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347" r:id="rId2"/>
    <p:sldId id="348" r:id="rId3"/>
    <p:sldId id="349" r:id="rId4"/>
    <p:sldId id="350" r:id="rId5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D32CD1-A3AF-4BB9-AAFB-E9C596114467}" v="635" dt="2022-12-13T14:34:38.78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CDA"/>
          </a:solidFill>
        </a:fill>
      </a:tcStyle>
    </a:wholeTbl>
    <a:band2H>
      <a:tcTxStyle/>
      <a:tcStyle>
        <a:tcBdr/>
        <a:fill>
          <a:solidFill>
            <a:srgbClr val="E6E7E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CDA"/>
          </a:solidFill>
        </a:fill>
      </a:tcStyle>
    </a:wholeTbl>
    <a:band2H>
      <a:tcTxStyle/>
      <a:tcStyle>
        <a:tcBdr/>
        <a:fill>
          <a:solidFill>
            <a:srgbClr val="E6E7E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DD1"/>
          </a:solidFill>
        </a:fill>
      </a:tcStyle>
    </a:wholeTbl>
    <a:band2H>
      <a:tcTxStyle/>
      <a:tcStyle>
        <a:tcBdr/>
        <a:fill>
          <a:solidFill>
            <a:srgbClr val="E6EF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D1E5"/>
          </a:solidFill>
        </a:fill>
      </a:tcStyle>
    </a:wholeTbl>
    <a:band2H>
      <a:tcTxStyle/>
      <a:tcStyle>
        <a:tcBdr/>
        <a:fill>
          <a:solidFill>
            <a:srgbClr val="EFE9F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74"/>
    <p:restoredTop sz="94672"/>
  </p:normalViewPr>
  <p:slideViewPr>
    <p:cSldViewPr snapToGrid="0" snapToObjects="1">
      <p:cViewPr varScale="1">
        <p:scale>
          <a:sx n="62" d="100"/>
          <a:sy n="62" d="100"/>
        </p:scale>
        <p:origin x="1476" y="56"/>
      </p:cViewPr>
      <p:guideLst/>
    </p:cSldViewPr>
  </p:slideViewPr>
  <p:outlineViewPr>
    <p:cViewPr>
      <p:scale>
        <a:sx n="33" d="100"/>
        <a:sy n="33" d="100"/>
      </p:scale>
      <p:origin x="0" y="-5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a Dang (PFES)" userId="6605b88f-cea1-4689-be8a-d917986e86bd" providerId="ADAL" clId="{63B6EBF3-6779-477C-B95E-B3A5DDA66304}"/>
    <pc:docChg chg="addSld delSld modSld">
      <pc:chgData name="Nga Dang (PFES)" userId="6605b88f-cea1-4689-be8a-d917986e86bd" providerId="ADAL" clId="{63B6EBF3-6779-477C-B95E-B3A5DDA66304}" dt="2022-12-08T02:59:08.127" v="6"/>
      <pc:docMkLst>
        <pc:docMk/>
      </pc:docMkLst>
      <pc:sldChg chg="addSp modSp add del">
        <pc:chgData name="Nga Dang (PFES)" userId="6605b88f-cea1-4689-be8a-d917986e86bd" providerId="ADAL" clId="{63B6EBF3-6779-477C-B95E-B3A5DDA66304}" dt="2022-12-08T02:59:08.127" v="6"/>
        <pc:sldMkLst>
          <pc:docMk/>
          <pc:sldMk cId="422707090" sldId="309"/>
        </pc:sldMkLst>
        <pc:picChg chg="add mod">
          <ac:chgData name="Nga Dang (PFES)" userId="6605b88f-cea1-4689-be8a-d917986e86bd" providerId="ADAL" clId="{63B6EBF3-6779-477C-B95E-B3A5DDA66304}" dt="2022-12-08T02:59:08.127" v="6"/>
          <ac:picMkLst>
            <pc:docMk/>
            <pc:sldMk cId="422707090" sldId="309"/>
            <ac:picMk id="2" creationId="{38E84327-201A-47F2-AEEC-DD664C877894}"/>
          </ac:picMkLst>
        </pc:picChg>
      </pc:sldChg>
      <pc:sldChg chg="add del">
        <pc:chgData name="Nga Dang (PFES)" userId="6605b88f-cea1-4689-be8a-d917986e86bd" providerId="ADAL" clId="{63B6EBF3-6779-477C-B95E-B3A5DDA66304}" dt="2022-12-08T02:57:47.561" v="2" actId="2696"/>
        <pc:sldMkLst>
          <pc:docMk/>
          <pc:sldMk cId="1697070400" sldId="352"/>
        </pc:sldMkLst>
      </pc:sldChg>
    </pc:docChg>
  </pc:docChgLst>
  <pc:docChgLst>
    <pc:chgData name="Nga Dang (PFES)" userId="6605b88f-cea1-4689-be8a-d917986e86bd" providerId="ADAL" clId="{EAD2D32F-FF79-4895-AEBE-646ED38E181D}"/>
    <pc:docChg chg="undo custSel addSld delSld modSld">
      <pc:chgData name="Nga Dang (PFES)" userId="6605b88f-cea1-4689-be8a-d917986e86bd" providerId="ADAL" clId="{EAD2D32F-FF79-4895-AEBE-646ED38E181D}" dt="2022-12-08T11:11:26.670" v="12550" actId="13926"/>
      <pc:docMkLst>
        <pc:docMk/>
      </pc:docMkLst>
      <pc:sldChg chg="modSp">
        <pc:chgData name="Nga Dang (PFES)" userId="6605b88f-cea1-4689-be8a-d917986e86bd" providerId="ADAL" clId="{EAD2D32F-FF79-4895-AEBE-646ED38E181D}" dt="2022-12-08T09:27:24.860" v="4747" actId="1076"/>
        <pc:sldMkLst>
          <pc:docMk/>
          <pc:sldMk cId="3228102370" sldId="259"/>
        </pc:sldMkLst>
        <pc:spChg chg="mod">
          <ac:chgData name="Nga Dang (PFES)" userId="6605b88f-cea1-4689-be8a-d917986e86bd" providerId="ADAL" clId="{EAD2D32F-FF79-4895-AEBE-646ED38E181D}" dt="2022-12-08T09:26:03.131" v="4207" actId="20577"/>
          <ac:spMkLst>
            <pc:docMk/>
            <pc:sldMk cId="3228102370" sldId="259"/>
            <ac:spMk id="266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27:24.860" v="4747" actId="1076"/>
          <ac:spMkLst>
            <pc:docMk/>
            <pc:sldMk cId="3228102370" sldId="259"/>
            <ac:spMk id="268" creationId="{00000000-0000-0000-0000-000000000000}"/>
          </ac:spMkLst>
        </pc:spChg>
      </pc:sldChg>
      <pc:sldChg chg="modSp">
        <pc:chgData name="Nga Dang (PFES)" userId="6605b88f-cea1-4689-be8a-d917986e86bd" providerId="ADAL" clId="{EAD2D32F-FF79-4895-AEBE-646ED38E181D}" dt="2022-12-08T08:59:22.747" v="2255" actId="6549"/>
        <pc:sldMkLst>
          <pc:docMk/>
          <pc:sldMk cId="2516022132" sldId="262"/>
        </pc:sldMkLst>
        <pc:spChg chg="mod">
          <ac:chgData name="Nga Dang (PFES)" userId="6605b88f-cea1-4689-be8a-d917986e86bd" providerId="ADAL" clId="{EAD2D32F-FF79-4895-AEBE-646ED38E181D}" dt="2022-12-08T08:59:22.747" v="2255" actId="6549"/>
          <ac:spMkLst>
            <pc:docMk/>
            <pc:sldMk cId="2516022132" sldId="262"/>
            <ac:spMk id="328" creationId="{00000000-0000-0000-0000-000000000000}"/>
          </ac:spMkLst>
        </pc:spChg>
      </pc:sldChg>
      <pc:sldChg chg="addSp delSp modSp">
        <pc:chgData name="Nga Dang (PFES)" userId="6605b88f-cea1-4689-be8a-d917986e86bd" providerId="ADAL" clId="{EAD2D32F-FF79-4895-AEBE-646ED38E181D}" dt="2022-12-08T09:02:17.838" v="2462" actId="164"/>
        <pc:sldMkLst>
          <pc:docMk/>
          <pc:sldMk cId="3510866695" sldId="263"/>
        </pc:sldMkLst>
        <pc:spChg chg="add del mod">
          <ac:chgData name="Nga Dang (PFES)" userId="6605b88f-cea1-4689-be8a-d917986e86bd" providerId="ADAL" clId="{EAD2D32F-FF79-4895-AEBE-646ED38E181D}" dt="2022-12-08T09:01:29.910" v="2435" actId="164"/>
          <ac:spMkLst>
            <pc:docMk/>
            <pc:sldMk cId="3510866695" sldId="263"/>
            <ac:spMk id="2" creationId="{5FB147EE-E856-4B9E-8E6A-A1CF40DFD0A1}"/>
          </ac:spMkLst>
        </pc:spChg>
        <pc:spChg chg="add mod">
          <ac:chgData name="Nga Dang (PFES)" userId="6605b88f-cea1-4689-be8a-d917986e86bd" providerId="ADAL" clId="{EAD2D32F-FF79-4895-AEBE-646ED38E181D}" dt="2022-12-08T09:02:17.838" v="2462" actId="164"/>
          <ac:spMkLst>
            <pc:docMk/>
            <pc:sldMk cId="3510866695" sldId="263"/>
            <ac:spMk id="4" creationId="{051B1599-60B9-4764-B082-A57FADCAF8BC}"/>
          </ac:spMkLst>
        </pc:spChg>
        <pc:spChg chg="add mod">
          <ac:chgData name="Nga Dang (PFES)" userId="6605b88f-cea1-4689-be8a-d917986e86bd" providerId="ADAL" clId="{EAD2D32F-FF79-4895-AEBE-646ED38E181D}" dt="2022-12-08T09:01:29.910" v="2435" actId="164"/>
          <ac:spMkLst>
            <pc:docMk/>
            <pc:sldMk cId="3510866695" sldId="263"/>
            <ac:spMk id="25" creationId="{BAF7E6DD-1390-4A64-8ADB-0F1802F78BA1}"/>
          </ac:spMkLst>
        </pc:spChg>
        <pc:spChg chg="add mod">
          <ac:chgData name="Nga Dang (PFES)" userId="6605b88f-cea1-4689-be8a-d917986e86bd" providerId="ADAL" clId="{EAD2D32F-FF79-4895-AEBE-646ED38E181D}" dt="2022-12-08T09:02:17.838" v="2462" actId="164"/>
          <ac:spMkLst>
            <pc:docMk/>
            <pc:sldMk cId="3510866695" sldId="263"/>
            <ac:spMk id="28" creationId="{82AFDFE6-24D8-4647-8B19-F7EAFDA7DD8E}"/>
          </ac:spMkLst>
        </pc:spChg>
        <pc:spChg chg="mod">
          <ac:chgData name="Nga Dang (PFES)" userId="6605b88f-cea1-4689-be8a-d917986e86bd" providerId="ADAL" clId="{EAD2D32F-FF79-4895-AEBE-646ED38E181D}" dt="2022-12-08T08:59:42.516" v="2304" actId="20577"/>
          <ac:spMkLst>
            <pc:docMk/>
            <pc:sldMk cId="3510866695" sldId="263"/>
            <ac:spMk id="333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01:29.910" v="2435" actId="164"/>
          <ac:spMkLst>
            <pc:docMk/>
            <pc:sldMk cId="3510866695" sldId="263"/>
            <ac:spMk id="337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8:59:59.698" v="2332" actId="20577"/>
          <ac:spMkLst>
            <pc:docMk/>
            <pc:sldMk cId="3510866695" sldId="263"/>
            <ac:spMk id="352" creationId="{00000000-0000-0000-0000-000000000000}"/>
          </ac:spMkLst>
        </pc:spChg>
        <pc:grpChg chg="add mod">
          <ac:chgData name="Nga Dang (PFES)" userId="6605b88f-cea1-4689-be8a-d917986e86bd" providerId="ADAL" clId="{EAD2D32F-FF79-4895-AEBE-646ED38E181D}" dt="2022-12-08T09:02:17.838" v="2462" actId="164"/>
          <ac:grpSpMkLst>
            <pc:docMk/>
            <pc:sldMk cId="3510866695" sldId="263"/>
            <ac:grpSpMk id="3" creationId="{CED55D31-1A52-42C5-9D83-051FB6DF9F07}"/>
          </ac:grpSpMkLst>
        </pc:grpChg>
        <pc:grpChg chg="add mod">
          <ac:chgData name="Nga Dang (PFES)" userId="6605b88f-cea1-4689-be8a-d917986e86bd" providerId="ADAL" clId="{EAD2D32F-FF79-4895-AEBE-646ED38E181D}" dt="2022-12-08T09:02:17.838" v="2462" actId="164"/>
          <ac:grpSpMkLst>
            <pc:docMk/>
            <pc:sldMk cId="3510866695" sldId="263"/>
            <ac:grpSpMk id="5" creationId="{21ED0E82-739B-4417-B2B4-64F65748F3D6}"/>
          </ac:grpSpMkLst>
        </pc:grpChg>
      </pc:sldChg>
      <pc:sldChg chg="modSp">
        <pc:chgData name="Nga Dang (PFES)" userId="6605b88f-cea1-4689-be8a-d917986e86bd" providerId="ADAL" clId="{EAD2D32F-FF79-4895-AEBE-646ED38E181D}" dt="2022-12-08T10:19:14.056" v="8545" actId="20577"/>
        <pc:sldMkLst>
          <pc:docMk/>
          <pc:sldMk cId="11805862" sldId="265"/>
        </pc:sldMkLst>
        <pc:spChg chg="mod">
          <ac:chgData name="Nga Dang (PFES)" userId="6605b88f-cea1-4689-be8a-d917986e86bd" providerId="ADAL" clId="{EAD2D32F-FF79-4895-AEBE-646ED38E181D}" dt="2022-12-08T10:19:14.056" v="8545" actId="20577"/>
          <ac:spMkLst>
            <pc:docMk/>
            <pc:sldMk cId="11805862" sldId="265"/>
            <ac:spMk id="5" creationId="{EEEB27B3-6682-DA40-93A9-1554C5192A29}"/>
          </ac:spMkLst>
        </pc:spChg>
        <pc:spChg chg="mod">
          <ac:chgData name="Nga Dang (PFES)" userId="6605b88f-cea1-4689-be8a-d917986e86bd" providerId="ADAL" clId="{EAD2D32F-FF79-4895-AEBE-646ED38E181D}" dt="2022-12-08T10:14:28.768" v="8140" actId="20577"/>
          <ac:spMkLst>
            <pc:docMk/>
            <pc:sldMk cId="11805862" sldId="265"/>
            <ac:spMk id="8" creationId="{0A1BA6EE-12E8-DB4D-BD70-44831BD1782E}"/>
          </ac:spMkLst>
        </pc:spChg>
        <pc:spChg chg="mod">
          <ac:chgData name="Nga Dang (PFES)" userId="6605b88f-cea1-4689-be8a-d917986e86bd" providerId="ADAL" clId="{EAD2D32F-FF79-4895-AEBE-646ED38E181D}" dt="2022-12-08T10:16:54.305" v="8423" actId="1076"/>
          <ac:spMkLst>
            <pc:docMk/>
            <pc:sldMk cId="11805862" sldId="265"/>
            <ac:spMk id="10" creationId="{0B1E3541-52B1-0641-B2F3-1CB8791D75A9}"/>
          </ac:spMkLst>
        </pc:spChg>
        <pc:spChg chg="mod">
          <ac:chgData name="Nga Dang (PFES)" userId="6605b88f-cea1-4689-be8a-d917986e86bd" providerId="ADAL" clId="{EAD2D32F-FF79-4895-AEBE-646ED38E181D}" dt="2022-12-08T10:15:18.312" v="8252" actId="14100"/>
          <ac:spMkLst>
            <pc:docMk/>
            <pc:sldMk cId="11805862" sldId="265"/>
            <ac:spMk id="15" creationId="{D8FF1B76-84E3-E44C-A1CA-15587F0E4DDD}"/>
          </ac:spMkLst>
        </pc:spChg>
        <pc:graphicFrameChg chg="mod modGraphic">
          <ac:chgData name="Nga Dang (PFES)" userId="6605b88f-cea1-4689-be8a-d917986e86bd" providerId="ADAL" clId="{EAD2D32F-FF79-4895-AEBE-646ED38E181D}" dt="2022-12-08T10:18:36.485" v="8489" actId="6549"/>
          <ac:graphicFrameMkLst>
            <pc:docMk/>
            <pc:sldMk cId="11805862" sldId="265"/>
            <ac:graphicFrameMk id="3" creationId="{329044B3-5933-42E5-8E6E-0BF6F54699A6}"/>
          </ac:graphicFrameMkLst>
        </pc:graphicFrameChg>
      </pc:sldChg>
      <pc:sldChg chg="modSp">
        <pc:chgData name="Nga Dang (PFES)" userId="6605b88f-cea1-4689-be8a-d917986e86bd" providerId="ADAL" clId="{EAD2D32F-FF79-4895-AEBE-646ED38E181D}" dt="2022-12-08T10:50:38.356" v="11475" actId="6549"/>
        <pc:sldMkLst>
          <pc:docMk/>
          <pc:sldMk cId="2805651739" sldId="266"/>
        </pc:sldMkLst>
        <pc:spChg chg="mod">
          <ac:chgData name="Nga Dang (PFES)" userId="6605b88f-cea1-4689-be8a-d917986e86bd" providerId="ADAL" clId="{EAD2D32F-FF79-4895-AEBE-646ED38E181D}" dt="2022-12-08T10:50:18.391" v="11346" actId="20577"/>
          <ac:spMkLst>
            <pc:docMk/>
            <pc:sldMk cId="2805651739" sldId="266"/>
            <ac:spMk id="423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10:50:38.356" v="11475" actId="6549"/>
          <ac:spMkLst>
            <pc:docMk/>
            <pc:sldMk cId="2805651739" sldId="266"/>
            <ac:spMk id="425" creationId="{00000000-0000-0000-0000-000000000000}"/>
          </ac:spMkLst>
        </pc:spChg>
      </pc:sldChg>
      <pc:sldChg chg="modSp">
        <pc:chgData name="Nga Dang (PFES)" userId="6605b88f-cea1-4689-be8a-d917986e86bd" providerId="ADAL" clId="{EAD2D32F-FF79-4895-AEBE-646ED38E181D}" dt="2022-12-08T09:34:57.160" v="5396" actId="20577"/>
        <pc:sldMkLst>
          <pc:docMk/>
          <pc:sldMk cId="3647241324" sldId="270"/>
        </pc:sldMkLst>
        <pc:spChg chg="mod">
          <ac:chgData name="Nga Dang (PFES)" userId="6605b88f-cea1-4689-be8a-d917986e86bd" providerId="ADAL" clId="{EAD2D32F-FF79-4895-AEBE-646ED38E181D}" dt="2022-12-08T09:30:55.638" v="5198" actId="20577"/>
          <ac:spMkLst>
            <pc:docMk/>
            <pc:sldMk cId="3647241324" sldId="270"/>
            <ac:spMk id="52" creationId="{A17C33A7-79C1-C94E-A03B-D3F8FBB400C4}"/>
          </ac:spMkLst>
        </pc:spChg>
        <pc:spChg chg="mod">
          <ac:chgData name="Nga Dang (PFES)" userId="6605b88f-cea1-4689-be8a-d917986e86bd" providerId="ADAL" clId="{EAD2D32F-FF79-4895-AEBE-646ED38E181D}" dt="2022-12-08T09:29:57.036" v="4926" actId="20577"/>
          <ac:spMkLst>
            <pc:docMk/>
            <pc:sldMk cId="3647241324" sldId="270"/>
            <ac:spMk id="524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30:11.223" v="5013" actId="20577"/>
          <ac:spMkLst>
            <pc:docMk/>
            <pc:sldMk cId="3647241324" sldId="270"/>
            <ac:spMk id="525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31:29.809" v="5279" actId="113"/>
          <ac:spMkLst>
            <pc:docMk/>
            <pc:sldMk cId="3647241324" sldId="270"/>
            <ac:spMk id="530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34:20.033" v="5332" actId="6549"/>
          <ac:spMkLst>
            <pc:docMk/>
            <pc:sldMk cId="3647241324" sldId="270"/>
            <ac:spMk id="549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34:46.508" v="5386" actId="20577"/>
          <ac:spMkLst>
            <pc:docMk/>
            <pc:sldMk cId="3647241324" sldId="270"/>
            <ac:spMk id="551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34:57.160" v="5396" actId="20577"/>
          <ac:spMkLst>
            <pc:docMk/>
            <pc:sldMk cId="3647241324" sldId="270"/>
            <ac:spMk id="555" creationId="{00000000-0000-0000-0000-000000000000}"/>
          </ac:spMkLst>
        </pc:spChg>
      </pc:sldChg>
      <pc:sldChg chg="addSp delSp modSp">
        <pc:chgData name="Nga Dang (PFES)" userId="6605b88f-cea1-4689-be8a-d917986e86bd" providerId="ADAL" clId="{EAD2D32F-FF79-4895-AEBE-646ED38E181D}" dt="2022-12-08T09:46:09.978" v="6269" actId="20577"/>
        <pc:sldMkLst>
          <pc:docMk/>
          <pc:sldMk cId="0" sldId="271"/>
        </pc:sldMkLst>
        <pc:spChg chg="mod">
          <ac:chgData name="Nga Dang (PFES)" userId="6605b88f-cea1-4689-be8a-d917986e86bd" providerId="ADAL" clId="{EAD2D32F-FF79-4895-AEBE-646ED38E181D}" dt="2022-12-08T09:44:30.174" v="6011" actId="20577"/>
          <ac:spMkLst>
            <pc:docMk/>
            <pc:sldMk cId="0" sldId="271"/>
            <ac:spMk id="552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44:42.983" v="6027" actId="404"/>
          <ac:spMkLst>
            <pc:docMk/>
            <pc:sldMk cId="0" sldId="271"/>
            <ac:spMk id="557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40:37.922" v="5412" actId="6549"/>
          <ac:spMkLst>
            <pc:docMk/>
            <pc:sldMk cId="0" sldId="271"/>
            <ac:spMk id="563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44:49.421" v="6028" actId="1076"/>
          <ac:spMkLst>
            <pc:docMk/>
            <pc:sldMk cId="0" sldId="271"/>
            <ac:spMk id="578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45:09.260" v="6176" actId="6549"/>
          <ac:spMkLst>
            <pc:docMk/>
            <pc:sldMk cId="0" sldId="271"/>
            <ac:spMk id="580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43:20.267" v="5875" actId="20577"/>
          <ac:spMkLst>
            <pc:docMk/>
            <pc:sldMk cId="0" sldId="271"/>
            <ac:spMk id="586" creationId="{00000000-0000-0000-0000-000000000000}"/>
          </ac:spMkLst>
        </pc:spChg>
        <pc:graphicFrameChg chg="add del mod modGraphic">
          <ac:chgData name="Nga Dang (PFES)" userId="6605b88f-cea1-4689-be8a-d917986e86bd" providerId="ADAL" clId="{EAD2D32F-FF79-4895-AEBE-646ED38E181D}" dt="2022-12-08T09:46:09.978" v="6269" actId="20577"/>
          <ac:graphicFrameMkLst>
            <pc:docMk/>
            <pc:sldMk cId="0" sldId="271"/>
            <ac:graphicFrameMk id="551" creationId="{00000000-0000-0000-0000-000000000000}"/>
          </ac:graphicFrameMkLst>
        </pc:graphicFrameChg>
      </pc:sldChg>
      <pc:sldChg chg="modSp">
        <pc:chgData name="Nga Dang (PFES)" userId="6605b88f-cea1-4689-be8a-d917986e86bd" providerId="ADAL" clId="{EAD2D32F-FF79-4895-AEBE-646ED38E181D}" dt="2022-12-08T09:57:24.357" v="6338" actId="404"/>
        <pc:sldMkLst>
          <pc:docMk/>
          <pc:sldMk cId="0" sldId="272"/>
        </pc:sldMkLst>
        <pc:spChg chg="mod">
          <ac:chgData name="Nga Dang (PFES)" userId="6605b88f-cea1-4689-be8a-d917986e86bd" providerId="ADAL" clId="{EAD2D32F-FF79-4895-AEBE-646ED38E181D}" dt="2022-12-08T09:57:24.357" v="6338" actId="404"/>
          <ac:spMkLst>
            <pc:docMk/>
            <pc:sldMk cId="0" sldId="272"/>
            <ac:spMk id="17" creationId="{1B3514A1-D410-4A41-A3B9-8DAD312BFC40}"/>
          </ac:spMkLst>
        </pc:spChg>
        <pc:spChg chg="mod">
          <ac:chgData name="Nga Dang (PFES)" userId="6605b88f-cea1-4689-be8a-d917986e86bd" providerId="ADAL" clId="{EAD2D32F-FF79-4895-AEBE-646ED38E181D}" dt="2022-12-08T09:45:31.417" v="6222" actId="20577"/>
          <ac:spMkLst>
            <pc:docMk/>
            <pc:sldMk cId="0" sldId="272"/>
            <ac:spMk id="590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45:40.281" v="6237" actId="404"/>
          <ac:spMkLst>
            <pc:docMk/>
            <pc:sldMk cId="0" sldId="272"/>
            <ac:spMk id="595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45:22.505" v="6191" actId="20577"/>
          <ac:spMkLst>
            <pc:docMk/>
            <pc:sldMk cId="0" sldId="272"/>
            <ac:spMk id="598" creationId="{00000000-0000-0000-0000-000000000000}"/>
          </ac:spMkLst>
        </pc:spChg>
        <pc:graphicFrameChg chg="modGraphic">
          <ac:chgData name="Nga Dang (PFES)" userId="6605b88f-cea1-4689-be8a-d917986e86bd" providerId="ADAL" clId="{EAD2D32F-FF79-4895-AEBE-646ED38E181D}" dt="2022-12-08T09:47:09.208" v="6336" actId="20577"/>
          <ac:graphicFrameMkLst>
            <pc:docMk/>
            <pc:sldMk cId="0" sldId="272"/>
            <ac:graphicFrameMk id="589" creationId="{00000000-0000-0000-0000-000000000000}"/>
          </ac:graphicFrameMkLst>
        </pc:graphicFrameChg>
      </pc:sldChg>
      <pc:sldChg chg="modSp">
        <pc:chgData name="Nga Dang (PFES)" userId="6605b88f-cea1-4689-be8a-d917986e86bd" providerId="ADAL" clId="{EAD2D32F-FF79-4895-AEBE-646ED38E181D}" dt="2022-12-08T10:13:24.046" v="7940" actId="20577"/>
        <pc:sldMkLst>
          <pc:docMk/>
          <pc:sldMk cId="0" sldId="274"/>
        </pc:sldMkLst>
        <pc:spChg chg="mod">
          <ac:chgData name="Nga Dang (PFES)" userId="6605b88f-cea1-4689-be8a-d917986e86bd" providerId="ADAL" clId="{EAD2D32F-FF79-4895-AEBE-646ED38E181D}" dt="2022-12-08T09:59:49.138" v="6762" actId="20577"/>
          <ac:spMkLst>
            <pc:docMk/>
            <pc:sldMk cId="0" sldId="274"/>
            <ac:spMk id="623" creationId="{00000000-0000-0000-0000-000000000000}"/>
          </ac:spMkLst>
        </pc:spChg>
        <pc:graphicFrameChg chg="mod modGraphic">
          <ac:chgData name="Nga Dang (PFES)" userId="6605b88f-cea1-4689-be8a-d917986e86bd" providerId="ADAL" clId="{EAD2D32F-FF79-4895-AEBE-646ED38E181D}" dt="2022-12-08T10:13:24.046" v="7940" actId="20577"/>
          <ac:graphicFrameMkLst>
            <pc:docMk/>
            <pc:sldMk cId="0" sldId="274"/>
            <ac:graphicFrameMk id="625" creationId="{00000000-0000-0000-0000-000000000000}"/>
          </ac:graphicFrameMkLst>
        </pc:graphicFrameChg>
      </pc:sldChg>
      <pc:sldChg chg="modSp">
        <pc:chgData name="Nga Dang (PFES)" userId="6605b88f-cea1-4689-be8a-d917986e86bd" providerId="ADAL" clId="{EAD2D32F-FF79-4895-AEBE-646ED38E181D}" dt="2022-12-08T10:14:16.277" v="8087" actId="20577"/>
        <pc:sldMkLst>
          <pc:docMk/>
          <pc:sldMk cId="0" sldId="275"/>
        </pc:sldMkLst>
        <pc:spChg chg="mod">
          <ac:chgData name="Nga Dang (PFES)" userId="6605b88f-cea1-4689-be8a-d917986e86bd" providerId="ADAL" clId="{EAD2D32F-FF79-4895-AEBE-646ED38E181D}" dt="2022-12-08T10:14:16.277" v="8087" actId="20577"/>
          <ac:spMkLst>
            <pc:docMk/>
            <pc:sldMk cId="0" sldId="275"/>
            <ac:spMk id="629" creationId="{00000000-0000-0000-0000-000000000000}"/>
          </ac:spMkLst>
        </pc:spChg>
      </pc:sldChg>
      <pc:sldChg chg="modSp">
        <pc:chgData name="Nga Dang (PFES)" userId="6605b88f-cea1-4689-be8a-d917986e86bd" providerId="ADAL" clId="{EAD2D32F-FF79-4895-AEBE-646ED38E181D}" dt="2022-12-08T10:39:28.385" v="10475" actId="20577"/>
        <pc:sldMkLst>
          <pc:docMk/>
          <pc:sldMk cId="0" sldId="279"/>
        </pc:sldMkLst>
        <pc:spChg chg="mod">
          <ac:chgData name="Nga Dang (PFES)" userId="6605b88f-cea1-4689-be8a-d917986e86bd" providerId="ADAL" clId="{EAD2D32F-FF79-4895-AEBE-646ED38E181D}" dt="2022-12-08T10:31:25.782" v="9686" actId="20577"/>
          <ac:spMkLst>
            <pc:docMk/>
            <pc:sldMk cId="0" sldId="279"/>
            <ac:spMk id="662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10:39:28.385" v="10475" actId="20577"/>
          <ac:spMkLst>
            <pc:docMk/>
            <pc:sldMk cId="0" sldId="279"/>
            <ac:spMk id="663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10:31:47.555" v="9721" actId="14100"/>
          <ac:spMkLst>
            <pc:docMk/>
            <pc:sldMk cId="0" sldId="279"/>
            <ac:spMk id="665" creationId="{00000000-0000-0000-0000-000000000000}"/>
          </ac:spMkLst>
        </pc:spChg>
      </pc:sldChg>
      <pc:sldChg chg="modSp">
        <pc:chgData name="Nga Dang (PFES)" userId="6605b88f-cea1-4689-be8a-d917986e86bd" providerId="ADAL" clId="{EAD2D32F-FF79-4895-AEBE-646ED38E181D}" dt="2022-12-08T09:59:42.209" v="6744" actId="14100"/>
        <pc:sldMkLst>
          <pc:docMk/>
          <pc:sldMk cId="0" sldId="282"/>
        </pc:sldMkLst>
        <pc:spChg chg="mod">
          <ac:chgData name="Nga Dang (PFES)" userId="6605b88f-cea1-4689-be8a-d917986e86bd" providerId="ADAL" clId="{EAD2D32F-FF79-4895-AEBE-646ED38E181D}" dt="2022-12-08T09:57:34.476" v="6356" actId="20577"/>
          <ac:spMkLst>
            <pc:docMk/>
            <pc:sldMk cId="0" sldId="282"/>
            <ac:spMk id="682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59:03.458" v="6575" actId="404"/>
          <ac:spMkLst>
            <pc:docMk/>
            <pc:sldMk cId="0" sldId="282"/>
            <ac:spMk id="685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59:42.209" v="6744" actId="14100"/>
          <ac:spMkLst>
            <pc:docMk/>
            <pc:sldMk cId="0" sldId="282"/>
            <ac:spMk id="689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59:14.978" v="6610" actId="14100"/>
          <ac:spMkLst>
            <pc:docMk/>
            <pc:sldMk cId="0" sldId="282"/>
            <ac:spMk id="692" creationId="{00000000-0000-0000-0000-000000000000}"/>
          </ac:spMkLst>
        </pc:spChg>
        <pc:graphicFrameChg chg="modGraphic">
          <ac:chgData name="Nga Dang (PFES)" userId="6605b88f-cea1-4689-be8a-d917986e86bd" providerId="ADAL" clId="{EAD2D32F-FF79-4895-AEBE-646ED38E181D}" dt="2022-12-08T09:59:31.931" v="6706" actId="20577"/>
          <ac:graphicFrameMkLst>
            <pc:docMk/>
            <pc:sldMk cId="0" sldId="282"/>
            <ac:graphicFrameMk id="686" creationId="{00000000-0000-0000-0000-000000000000}"/>
          </ac:graphicFrameMkLst>
        </pc:graphicFrameChg>
      </pc:sldChg>
      <pc:sldChg chg="modSp">
        <pc:chgData name="Nga Dang (PFES)" userId="6605b88f-cea1-4689-be8a-d917986e86bd" providerId="ADAL" clId="{EAD2D32F-FF79-4895-AEBE-646ED38E181D}" dt="2022-12-08T10:53:50.090" v="11868" actId="20577"/>
        <pc:sldMkLst>
          <pc:docMk/>
          <pc:sldMk cId="0" sldId="284"/>
        </pc:sldMkLst>
        <pc:spChg chg="mod">
          <ac:chgData name="Nga Dang (PFES)" userId="6605b88f-cea1-4689-be8a-d917986e86bd" providerId="ADAL" clId="{EAD2D32F-FF79-4895-AEBE-646ED38E181D}" dt="2022-12-08T10:50:55.801" v="11496" actId="20577"/>
          <ac:spMkLst>
            <pc:docMk/>
            <pc:sldMk cId="0" sldId="284"/>
            <ac:spMk id="716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10:53:50.090" v="11868" actId="20577"/>
          <ac:spMkLst>
            <pc:docMk/>
            <pc:sldMk cId="0" sldId="284"/>
            <ac:spMk id="717" creationId="{00000000-0000-0000-0000-000000000000}"/>
          </ac:spMkLst>
        </pc:spChg>
      </pc:sldChg>
      <pc:sldChg chg="modSp">
        <pc:chgData name="Nga Dang (PFES)" userId="6605b88f-cea1-4689-be8a-d917986e86bd" providerId="ADAL" clId="{EAD2D32F-FF79-4895-AEBE-646ED38E181D}" dt="2022-12-08T11:01:29.547" v="11953" actId="1076"/>
        <pc:sldMkLst>
          <pc:docMk/>
          <pc:sldMk cId="0" sldId="285"/>
        </pc:sldMkLst>
        <pc:spChg chg="mod">
          <ac:chgData name="Nga Dang (PFES)" userId="6605b88f-cea1-4689-be8a-d917986e86bd" providerId="ADAL" clId="{EAD2D32F-FF79-4895-AEBE-646ED38E181D}" dt="2022-12-08T11:01:29.547" v="11953" actId="1076"/>
          <ac:spMkLst>
            <pc:docMk/>
            <pc:sldMk cId="0" sldId="285"/>
            <ac:spMk id="719" creationId="{00000000-0000-0000-0000-000000000000}"/>
          </ac:spMkLst>
        </pc:spChg>
      </pc:sldChg>
      <pc:sldChg chg="modSp">
        <pc:chgData name="Nga Dang (PFES)" userId="6605b88f-cea1-4689-be8a-d917986e86bd" providerId="ADAL" clId="{EAD2D32F-FF79-4895-AEBE-646ED38E181D}" dt="2022-12-08T11:01:49.917" v="11998" actId="20577"/>
        <pc:sldMkLst>
          <pc:docMk/>
          <pc:sldMk cId="0" sldId="286"/>
        </pc:sldMkLst>
        <pc:spChg chg="mod">
          <ac:chgData name="Nga Dang (PFES)" userId="6605b88f-cea1-4689-be8a-d917986e86bd" providerId="ADAL" clId="{EAD2D32F-FF79-4895-AEBE-646ED38E181D}" dt="2022-12-08T11:01:49.917" v="11998" actId="20577"/>
          <ac:spMkLst>
            <pc:docMk/>
            <pc:sldMk cId="0" sldId="286"/>
            <ac:spMk id="722" creationId="{00000000-0000-0000-0000-000000000000}"/>
          </ac:spMkLst>
        </pc:spChg>
      </pc:sldChg>
      <pc:sldChg chg="modSp">
        <pc:chgData name="Nga Dang (PFES)" userId="6605b88f-cea1-4689-be8a-d917986e86bd" providerId="ADAL" clId="{EAD2D32F-FF79-4895-AEBE-646ED38E181D}" dt="2022-12-08T11:02:37.670" v="12080" actId="1076"/>
        <pc:sldMkLst>
          <pc:docMk/>
          <pc:sldMk cId="0" sldId="287"/>
        </pc:sldMkLst>
        <pc:spChg chg="mod">
          <ac:chgData name="Nga Dang (PFES)" userId="6605b88f-cea1-4689-be8a-d917986e86bd" providerId="ADAL" clId="{EAD2D32F-FF79-4895-AEBE-646ED38E181D}" dt="2022-12-08T11:02:37.670" v="12080" actId="1076"/>
          <ac:spMkLst>
            <pc:docMk/>
            <pc:sldMk cId="0" sldId="287"/>
            <ac:spMk id="725" creationId="{00000000-0000-0000-0000-000000000000}"/>
          </ac:spMkLst>
        </pc:spChg>
      </pc:sldChg>
      <pc:sldChg chg="modSp">
        <pc:chgData name="Nga Dang (PFES)" userId="6605b88f-cea1-4689-be8a-d917986e86bd" providerId="ADAL" clId="{EAD2D32F-FF79-4895-AEBE-646ED38E181D}" dt="2022-12-08T11:07:40.015" v="12140" actId="14100"/>
        <pc:sldMkLst>
          <pc:docMk/>
          <pc:sldMk cId="0" sldId="288"/>
        </pc:sldMkLst>
        <pc:spChg chg="mod">
          <ac:chgData name="Nga Dang (PFES)" userId="6605b88f-cea1-4689-be8a-d917986e86bd" providerId="ADAL" clId="{EAD2D32F-FF79-4895-AEBE-646ED38E181D}" dt="2022-12-08T11:07:40.015" v="12140" actId="14100"/>
          <ac:spMkLst>
            <pc:docMk/>
            <pc:sldMk cId="0" sldId="288"/>
            <ac:spMk id="729" creationId="{00000000-0000-0000-0000-000000000000}"/>
          </ac:spMkLst>
        </pc:spChg>
      </pc:sldChg>
      <pc:sldChg chg="modSp">
        <pc:chgData name="Nga Dang (PFES)" userId="6605b88f-cea1-4689-be8a-d917986e86bd" providerId="ADAL" clId="{EAD2D32F-FF79-4895-AEBE-646ED38E181D}" dt="2022-12-08T11:10:05.443" v="12415" actId="1076"/>
        <pc:sldMkLst>
          <pc:docMk/>
          <pc:sldMk cId="0" sldId="289"/>
        </pc:sldMkLst>
        <pc:spChg chg="mod">
          <ac:chgData name="Nga Dang (PFES)" userId="6605b88f-cea1-4689-be8a-d917986e86bd" providerId="ADAL" clId="{EAD2D32F-FF79-4895-AEBE-646ED38E181D}" dt="2022-12-08T11:07:52.899" v="12162" actId="20577"/>
          <ac:spMkLst>
            <pc:docMk/>
            <pc:sldMk cId="0" sldId="289"/>
            <ac:spMk id="733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11:10:05.443" v="12415" actId="1076"/>
          <ac:spMkLst>
            <pc:docMk/>
            <pc:sldMk cId="0" sldId="289"/>
            <ac:spMk id="735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11:09:59.908" v="12413" actId="1076"/>
          <ac:spMkLst>
            <pc:docMk/>
            <pc:sldMk cId="0" sldId="289"/>
            <ac:spMk id="736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11:09:25.301" v="12393" actId="1076"/>
          <ac:spMkLst>
            <pc:docMk/>
            <pc:sldMk cId="0" sldId="289"/>
            <ac:spMk id="737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11:09:56.806" v="12412" actId="1076"/>
          <ac:spMkLst>
            <pc:docMk/>
            <pc:sldMk cId="0" sldId="289"/>
            <ac:spMk id="738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11:09:10.636" v="12385" actId="1076"/>
          <ac:spMkLst>
            <pc:docMk/>
            <pc:sldMk cId="0" sldId="289"/>
            <ac:spMk id="739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11:09:39.378" v="12402" actId="1076"/>
          <ac:spMkLst>
            <pc:docMk/>
            <pc:sldMk cId="0" sldId="289"/>
            <ac:spMk id="740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11:09:30.397" v="12394" actId="1076"/>
          <ac:spMkLst>
            <pc:docMk/>
            <pc:sldMk cId="0" sldId="289"/>
            <ac:spMk id="741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11:09:54.678" v="12411" actId="1076"/>
          <ac:spMkLst>
            <pc:docMk/>
            <pc:sldMk cId="0" sldId="289"/>
            <ac:spMk id="742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11:10:02.523" v="12414" actId="1076"/>
          <ac:spMkLst>
            <pc:docMk/>
            <pc:sldMk cId="0" sldId="289"/>
            <ac:spMk id="743" creationId="{00000000-0000-0000-0000-000000000000}"/>
          </ac:spMkLst>
        </pc:spChg>
        <pc:graphicFrameChg chg="modGraphic">
          <ac:chgData name="Nga Dang (PFES)" userId="6605b88f-cea1-4689-be8a-d917986e86bd" providerId="ADAL" clId="{EAD2D32F-FF79-4895-AEBE-646ED38E181D}" dt="2022-12-08T11:09:52.009" v="12410" actId="20577"/>
          <ac:graphicFrameMkLst>
            <pc:docMk/>
            <pc:sldMk cId="0" sldId="289"/>
            <ac:graphicFrameMk id="734" creationId="{00000000-0000-0000-0000-000000000000}"/>
          </ac:graphicFrameMkLst>
        </pc:graphicFrameChg>
      </pc:sldChg>
      <pc:sldChg chg="modSp del">
        <pc:chgData name="Nga Dang (PFES)" userId="6605b88f-cea1-4689-be8a-d917986e86bd" providerId="ADAL" clId="{EAD2D32F-FF79-4895-AEBE-646ED38E181D}" dt="2022-12-08T10:31:12.361" v="9663" actId="2696"/>
        <pc:sldMkLst>
          <pc:docMk/>
          <pc:sldMk cId="54278885" sldId="294"/>
        </pc:sldMkLst>
        <pc:spChg chg="mod">
          <ac:chgData name="Nga Dang (PFES)" userId="6605b88f-cea1-4689-be8a-d917986e86bd" providerId="ADAL" clId="{EAD2D32F-FF79-4895-AEBE-646ED38E181D}" dt="2022-12-08T10:30:52.929" v="9661" actId="20577"/>
          <ac:spMkLst>
            <pc:docMk/>
            <pc:sldMk cId="54278885" sldId="294"/>
            <ac:spMk id="402" creationId="{00000000-0000-0000-0000-000000000000}"/>
          </ac:spMkLst>
        </pc:spChg>
      </pc:sldChg>
      <pc:sldChg chg="modSp">
        <pc:chgData name="Nga Dang (PFES)" userId="6605b88f-cea1-4689-be8a-d917986e86bd" providerId="ADAL" clId="{EAD2D32F-FF79-4895-AEBE-646ED38E181D}" dt="2022-12-08T09:27:50.304" v="4825" actId="20577"/>
        <pc:sldMkLst>
          <pc:docMk/>
          <pc:sldMk cId="1976545849" sldId="304"/>
        </pc:sldMkLst>
        <pc:spChg chg="mod">
          <ac:chgData name="Nga Dang (PFES)" userId="6605b88f-cea1-4689-be8a-d917986e86bd" providerId="ADAL" clId="{EAD2D32F-FF79-4895-AEBE-646ED38E181D}" dt="2022-12-08T09:27:46.378" v="4807" actId="20577"/>
          <ac:spMkLst>
            <pc:docMk/>
            <pc:sldMk cId="1976545849" sldId="304"/>
            <ac:spMk id="553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27:50.304" v="4825" actId="20577"/>
          <ac:spMkLst>
            <pc:docMk/>
            <pc:sldMk cId="1976545849" sldId="304"/>
            <ac:spMk id="559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27:32.657" v="4763" actId="20577"/>
          <ac:spMkLst>
            <pc:docMk/>
            <pc:sldMk cId="1976545849" sldId="304"/>
            <ac:spMk id="561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27:38.544" v="4786" actId="20577"/>
          <ac:spMkLst>
            <pc:docMk/>
            <pc:sldMk cId="1976545849" sldId="304"/>
            <ac:spMk id="563" creationId="{00000000-0000-0000-0000-000000000000}"/>
          </ac:spMkLst>
        </pc:spChg>
      </pc:sldChg>
      <pc:sldChg chg="modSp">
        <pc:chgData name="Nga Dang (PFES)" userId="6605b88f-cea1-4689-be8a-d917986e86bd" providerId="ADAL" clId="{EAD2D32F-FF79-4895-AEBE-646ED38E181D}" dt="2022-12-08T08:24:43" v="1194" actId="14100"/>
        <pc:sldMkLst>
          <pc:docMk/>
          <pc:sldMk cId="422707090" sldId="309"/>
        </pc:sldMkLst>
        <pc:spChg chg="mod">
          <ac:chgData name="Nga Dang (PFES)" userId="6605b88f-cea1-4689-be8a-d917986e86bd" providerId="ADAL" clId="{EAD2D32F-FF79-4895-AEBE-646ED38E181D}" dt="2022-12-08T08:24:43" v="1194" actId="14100"/>
          <ac:spMkLst>
            <pc:docMk/>
            <pc:sldMk cId="422707090" sldId="309"/>
            <ac:spMk id="12" creationId="{026C4853-D84D-F39B-FB3B-1521CE8B7181}"/>
          </ac:spMkLst>
        </pc:spChg>
      </pc:sldChg>
      <pc:sldChg chg="modSp">
        <pc:chgData name="Nga Dang (PFES)" userId="6605b88f-cea1-4689-be8a-d917986e86bd" providerId="ADAL" clId="{EAD2D32F-FF79-4895-AEBE-646ED38E181D}" dt="2022-12-08T08:24:22.733" v="1169" actId="1076"/>
        <pc:sldMkLst>
          <pc:docMk/>
          <pc:sldMk cId="0" sldId="311"/>
        </pc:sldMkLst>
        <pc:spChg chg="mod">
          <ac:chgData name="Nga Dang (PFES)" userId="6605b88f-cea1-4689-be8a-d917986e86bd" providerId="ADAL" clId="{EAD2D32F-FF79-4895-AEBE-646ED38E181D}" dt="2022-12-08T08:24:22.733" v="1169" actId="1076"/>
          <ac:spMkLst>
            <pc:docMk/>
            <pc:sldMk cId="0" sldId="311"/>
            <ac:spMk id="272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8:15:26.535" v="226" actId="20577"/>
          <ac:spMkLst>
            <pc:docMk/>
            <pc:sldMk cId="0" sldId="311"/>
            <ac:spMk id="274" creationId="{00000000-0000-0000-0000-000000000000}"/>
          </ac:spMkLst>
        </pc:spChg>
      </pc:sldChg>
      <pc:sldChg chg="modSp">
        <pc:chgData name="Nga Dang (PFES)" userId="6605b88f-cea1-4689-be8a-d917986e86bd" providerId="ADAL" clId="{EAD2D32F-FF79-4895-AEBE-646ED38E181D}" dt="2022-12-08T10:48:28.803" v="11144" actId="20577"/>
        <pc:sldMkLst>
          <pc:docMk/>
          <pc:sldMk cId="741328314" sldId="312"/>
        </pc:sldMkLst>
        <pc:spChg chg="mod">
          <ac:chgData name="Nga Dang (PFES)" userId="6605b88f-cea1-4689-be8a-d917986e86bd" providerId="ADAL" clId="{EAD2D32F-FF79-4895-AEBE-646ED38E181D}" dt="2022-12-08T10:48:28.803" v="11144" actId="20577"/>
          <ac:spMkLst>
            <pc:docMk/>
            <pc:sldMk cId="741328314" sldId="312"/>
            <ac:spMk id="4" creationId="{A6D7B45E-5338-954D-BABF-A40B336F7540}"/>
          </ac:spMkLst>
        </pc:spChg>
      </pc:sldChg>
      <pc:sldChg chg="modSp">
        <pc:chgData name="Nga Dang (PFES)" userId="6605b88f-cea1-4689-be8a-d917986e86bd" providerId="ADAL" clId="{EAD2D32F-FF79-4895-AEBE-646ED38E181D}" dt="2022-12-08T10:50:04.365" v="11318" actId="20577"/>
        <pc:sldMkLst>
          <pc:docMk/>
          <pc:sldMk cId="1703105197" sldId="315"/>
        </pc:sldMkLst>
        <pc:spChg chg="mod">
          <ac:chgData name="Nga Dang (PFES)" userId="6605b88f-cea1-4689-be8a-d917986e86bd" providerId="ADAL" clId="{EAD2D32F-FF79-4895-AEBE-646ED38E181D}" dt="2022-12-08T10:48:49.319" v="11174" actId="20577"/>
          <ac:spMkLst>
            <pc:docMk/>
            <pc:sldMk cId="1703105197" sldId="315"/>
            <ac:spMk id="2" creationId="{588B0BBF-5F8A-4645-8960-60BFA6A73D71}"/>
          </ac:spMkLst>
        </pc:spChg>
        <pc:spChg chg="mod">
          <ac:chgData name="Nga Dang (PFES)" userId="6605b88f-cea1-4689-be8a-d917986e86bd" providerId="ADAL" clId="{EAD2D32F-FF79-4895-AEBE-646ED38E181D}" dt="2022-12-08T10:50:04.365" v="11318" actId="20577"/>
          <ac:spMkLst>
            <pc:docMk/>
            <pc:sldMk cId="1703105197" sldId="315"/>
            <ac:spMk id="17" creationId="{2E609155-1F9B-4F42-AA42-2A9C2F86FD47}"/>
          </ac:spMkLst>
        </pc:spChg>
      </pc:sldChg>
      <pc:sldChg chg="modSp">
        <pc:chgData name="Nga Dang (PFES)" userId="6605b88f-cea1-4689-be8a-d917986e86bd" providerId="ADAL" clId="{EAD2D32F-FF79-4895-AEBE-646ED38E181D}" dt="2022-12-08T10:30:40.789" v="9647" actId="14100"/>
        <pc:sldMkLst>
          <pc:docMk/>
          <pc:sldMk cId="2044122330" sldId="319"/>
        </pc:sldMkLst>
        <pc:graphicFrameChg chg="mod modGraphic">
          <ac:chgData name="Nga Dang (PFES)" userId="6605b88f-cea1-4689-be8a-d917986e86bd" providerId="ADAL" clId="{EAD2D32F-FF79-4895-AEBE-646ED38E181D}" dt="2022-12-08T10:30:40.789" v="9647" actId="14100"/>
          <ac:graphicFrameMkLst>
            <pc:docMk/>
            <pc:sldMk cId="2044122330" sldId="319"/>
            <ac:graphicFrameMk id="660" creationId="{00000000-0000-0000-0000-000000000000}"/>
          </ac:graphicFrameMkLst>
        </pc:graphicFrameChg>
      </pc:sldChg>
      <pc:sldChg chg="modSp">
        <pc:chgData name="Nga Dang (PFES)" userId="6605b88f-cea1-4689-be8a-d917986e86bd" providerId="ADAL" clId="{EAD2D32F-FF79-4895-AEBE-646ED38E181D}" dt="2022-12-08T10:46:56.485" v="11092" actId="27636"/>
        <pc:sldMkLst>
          <pc:docMk/>
          <pc:sldMk cId="4201462197" sldId="320"/>
        </pc:sldMkLst>
        <pc:spChg chg="mod">
          <ac:chgData name="Nga Dang (PFES)" userId="6605b88f-cea1-4689-be8a-d917986e86bd" providerId="ADAL" clId="{EAD2D32F-FF79-4895-AEBE-646ED38E181D}" dt="2022-12-08T10:40:18.512" v="10514" actId="20577"/>
          <ac:spMkLst>
            <pc:docMk/>
            <pc:sldMk cId="4201462197" sldId="320"/>
            <ac:spMk id="2" creationId="{DFF06319-0989-0C4A-B8F1-452B3148EF26}"/>
          </ac:spMkLst>
        </pc:spChg>
        <pc:spChg chg="mod">
          <ac:chgData name="Nga Dang (PFES)" userId="6605b88f-cea1-4689-be8a-d917986e86bd" providerId="ADAL" clId="{EAD2D32F-FF79-4895-AEBE-646ED38E181D}" dt="2022-12-08T10:45:21.465" v="10839" actId="14100"/>
          <ac:spMkLst>
            <pc:docMk/>
            <pc:sldMk cId="4201462197" sldId="320"/>
            <ac:spMk id="3" creationId="{CB15CCE5-385F-C918-1A72-6CC60D921D13}"/>
          </ac:spMkLst>
        </pc:spChg>
        <pc:spChg chg="mod">
          <ac:chgData name="Nga Dang (PFES)" userId="6605b88f-cea1-4689-be8a-d917986e86bd" providerId="ADAL" clId="{EAD2D32F-FF79-4895-AEBE-646ED38E181D}" dt="2022-12-08T10:46:56.485" v="11092" actId="27636"/>
          <ac:spMkLst>
            <pc:docMk/>
            <pc:sldMk cId="4201462197" sldId="320"/>
            <ac:spMk id="750" creationId="{00000000-0000-0000-0000-000000000000}"/>
          </ac:spMkLst>
        </pc:spChg>
        <pc:grpChg chg="mod">
          <ac:chgData name="Nga Dang (PFES)" userId="6605b88f-cea1-4689-be8a-d917986e86bd" providerId="ADAL" clId="{EAD2D32F-FF79-4895-AEBE-646ED38E181D}" dt="2022-12-08T10:44:56.031" v="10817" actId="1076"/>
          <ac:grpSpMkLst>
            <pc:docMk/>
            <pc:sldMk cId="4201462197" sldId="320"/>
            <ac:grpSpMk id="753" creationId="{00000000-0000-0000-0000-000000000000}"/>
          </ac:grpSpMkLst>
        </pc:grpChg>
      </pc:sldChg>
      <pc:sldChg chg="addSp delSp modSp">
        <pc:chgData name="Nga Dang (PFES)" userId="6605b88f-cea1-4689-be8a-d917986e86bd" providerId="ADAL" clId="{EAD2D32F-FF79-4895-AEBE-646ED38E181D}" dt="2022-12-08T11:10:52.976" v="12418"/>
        <pc:sldMkLst>
          <pc:docMk/>
          <pc:sldMk cId="599289989" sldId="322"/>
        </pc:sldMkLst>
        <pc:spChg chg="add">
          <ac:chgData name="Nga Dang (PFES)" userId="6605b88f-cea1-4689-be8a-d917986e86bd" providerId="ADAL" clId="{EAD2D32F-FF79-4895-AEBE-646ED38E181D}" dt="2022-12-08T11:10:52.976" v="12418"/>
          <ac:spMkLst>
            <pc:docMk/>
            <pc:sldMk cId="599289989" sldId="322"/>
            <ac:spMk id="9" creationId="{5AA3994D-AD9C-464F-BA46-D500B9561F3C}"/>
          </ac:spMkLst>
        </pc:spChg>
        <pc:spChg chg="mod">
          <ac:chgData name="Nga Dang (PFES)" userId="6605b88f-cea1-4689-be8a-d917986e86bd" providerId="ADAL" clId="{EAD2D32F-FF79-4895-AEBE-646ED38E181D}" dt="2022-12-08T11:10:39.685" v="12416"/>
          <ac:spMkLst>
            <pc:docMk/>
            <pc:sldMk cId="599289989" sldId="322"/>
            <ac:spMk id="242" creationId="{00000000-0000-0000-0000-000000000000}"/>
          </ac:spMkLst>
        </pc:spChg>
        <pc:spChg chg="del">
          <ac:chgData name="Nga Dang (PFES)" userId="6605b88f-cea1-4689-be8a-d917986e86bd" providerId="ADAL" clId="{EAD2D32F-FF79-4895-AEBE-646ED38E181D}" dt="2022-12-08T11:10:52.198" v="12417" actId="478"/>
          <ac:spMkLst>
            <pc:docMk/>
            <pc:sldMk cId="599289989" sldId="322"/>
            <ac:spMk id="245" creationId="{00000000-0000-0000-0000-000000000000}"/>
          </ac:spMkLst>
        </pc:spChg>
      </pc:sldChg>
      <pc:sldChg chg="modSp">
        <pc:chgData name="Nga Dang (PFES)" userId="6605b88f-cea1-4689-be8a-d917986e86bd" providerId="ADAL" clId="{EAD2D32F-FF79-4895-AEBE-646ED38E181D}" dt="2022-12-08T08:15:10.492" v="169" actId="20577"/>
        <pc:sldMkLst>
          <pc:docMk/>
          <pc:sldMk cId="3481278922" sldId="347"/>
        </pc:sldMkLst>
        <pc:spChg chg="mod">
          <ac:chgData name="Nga Dang (PFES)" userId="6605b88f-cea1-4689-be8a-d917986e86bd" providerId="ADAL" clId="{EAD2D32F-FF79-4895-AEBE-646ED38E181D}" dt="2022-12-08T08:03:35.531" v="126" actId="20577"/>
          <ac:spMkLst>
            <pc:docMk/>
            <pc:sldMk cId="3481278922" sldId="347"/>
            <ac:spMk id="15" creationId="{0CE1EF76-73C2-482D-8A5A-8EA1A4BD3435}"/>
          </ac:spMkLst>
        </pc:spChg>
        <pc:spChg chg="mod">
          <ac:chgData name="Nga Dang (PFES)" userId="6605b88f-cea1-4689-be8a-d917986e86bd" providerId="ADAL" clId="{EAD2D32F-FF79-4895-AEBE-646ED38E181D}" dt="2022-12-08T08:15:10.492" v="169" actId="20577"/>
          <ac:spMkLst>
            <pc:docMk/>
            <pc:sldMk cId="3481278922" sldId="347"/>
            <ac:spMk id="28" creationId="{E056A890-26F2-4FFE-97B1-750CDD960581}"/>
          </ac:spMkLst>
        </pc:spChg>
      </pc:sldChg>
      <pc:sldChg chg="modSp">
        <pc:chgData name="Nga Dang (PFES)" userId="6605b88f-cea1-4689-be8a-d917986e86bd" providerId="ADAL" clId="{EAD2D32F-FF79-4895-AEBE-646ED38E181D}" dt="2022-12-08T08:58:57.611" v="2139" actId="20577"/>
        <pc:sldMkLst>
          <pc:docMk/>
          <pc:sldMk cId="3941697920" sldId="348"/>
        </pc:sldMkLst>
        <pc:spChg chg="mod">
          <ac:chgData name="Nga Dang (PFES)" userId="6605b88f-cea1-4689-be8a-d917986e86bd" providerId="ADAL" clId="{EAD2D32F-FF79-4895-AEBE-646ED38E181D}" dt="2022-12-08T08:24:49.875" v="1234" actId="20577"/>
          <ac:spMkLst>
            <pc:docMk/>
            <pc:sldMk cId="3941697920" sldId="348"/>
            <ac:spMk id="2" creationId="{067D086C-D8F9-4727-9BD9-EB1E3B2F79EF}"/>
          </ac:spMkLst>
        </pc:spChg>
        <pc:spChg chg="mod">
          <ac:chgData name="Nga Dang (PFES)" userId="6605b88f-cea1-4689-be8a-d917986e86bd" providerId="ADAL" clId="{EAD2D32F-FF79-4895-AEBE-646ED38E181D}" dt="2022-12-08T08:58:57.611" v="2139" actId="20577"/>
          <ac:spMkLst>
            <pc:docMk/>
            <pc:sldMk cId="3941697920" sldId="348"/>
            <ac:spMk id="3" creationId="{2DD25EF2-1328-41F7-8E90-E662A6517F5F}"/>
          </ac:spMkLst>
        </pc:spChg>
      </pc:sldChg>
      <pc:sldChg chg="modSp">
        <pc:chgData name="Nga Dang (PFES)" userId="6605b88f-cea1-4689-be8a-d917986e86bd" providerId="ADAL" clId="{EAD2D32F-FF79-4895-AEBE-646ED38E181D}" dt="2022-12-08T09:16:38.566" v="3751" actId="1076"/>
        <pc:sldMkLst>
          <pc:docMk/>
          <pc:sldMk cId="3419800659" sldId="349"/>
        </pc:sldMkLst>
        <pc:spChg chg="mod">
          <ac:chgData name="Nga Dang (PFES)" userId="6605b88f-cea1-4689-be8a-d917986e86bd" providerId="ADAL" clId="{EAD2D32F-FF79-4895-AEBE-646ED38E181D}" dt="2022-12-08T09:16:29.380" v="3750" actId="404"/>
          <ac:spMkLst>
            <pc:docMk/>
            <pc:sldMk cId="3419800659" sldId="349"/>
            <ac:spMk id="398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15:29.863" v="3643" actId="20577"/>
          <ac:spMkLst>
            <pc:docMk/>
            <pc:sldMk cId="3419800659" sldId="349"/>
            <ac:spMk id="402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16:11.573" v="3722" actId="404"/>
          <ac:spMkLst>
            <pc:docMk/>
            <pc:sldMk cId="3419800659" sldId="349"/>
            <ac:spMk id="409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15:50.869" v="3689" actId="20577"/>
          <ac:spMkLst>
            <pc:docMk/>
            <pc:sldMk cId="3419800659" sldId="349"/>
            <ac:spMk id="412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16:03.322" v="3704" actId="1076"/>
          <ac:spMkLst>
            <pc:docMk/>
            <pc:sldMk cId="3419800659" sldId="349"/>
            <ac:spMk id="414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15:46.140" v="3670" actId="20577"/>
          <ac:spMkLst>
            <pc:docMk/>
            <pc:sldMk cId="3419800659" sldId="349"/>
            <ac:spMk id="415" creationId="{00000000-0000-0000-0000-000000000000}"/>
          </ac:spMkLst>
        </pc:spChg>
        <pc:graphicFrameChg chg="mod modGraphic">
          <ac:chgData name="Nga Dang (PFES)" userId="6605b88f-cea1-4689-be8a-d917986e86bd" providerId="ADAL" clId="{EAD2D32F-FF79-4895-AEBE-646ED38E181D}" dt="2022-12-08T09:16:38.566" v="3751" actId="1076"/>
          <ac:graphicFrameMkLst>
            <pc:docMk/>
            <pc:sldMk cId="3419800659" sldId="349"/>
            <ac:graphicFrameMk id="406" creationId="{00000000-0000-0000-0000-000000000000}"/>
          </ac:graphicFrameMkLst>
        </pc:graphicFrameChg>
      </pc:sldChg>
      <pc:sldChg chg="modSp">
        <pc:chgData name="Nga Dang (PFES)" userId="6605b88f-cea1-4689-be8a-d917986e86bd" providerId="ADAL" clId="{EAD2D32F-FF79-4895-AEBE-646ED38E181D}" dt="2022-12-08T11:11:26.670" v="12550" actId="13926"/>
        <pc:sldMkLst>
          <pc:docMk/>
          <pc:sldMk cId="3424357472" sldId="350"/>
        </pc:sldMkLst>
        <pc:spChg chg="mod">
          <ac:chgData name="Nga Dang (PFES)" userId="6605b88f-cea1-4689-be8a-d917986e86bd" providerId="ADAL" clId="{EAD2D32F-FF79-4895-AEBE-646ED38E181D}" dt="2022-12-08T09:07:20.524" v="2577" actId="20577"/>
          <ac:spMkLst>
            <pc:docMk/>
            <pc:sldMk cId="3424357472" sldId="350"/>
            <ac:spMk id="2" creationId="{E3941F0D-2839-2FD5-CDF7-95C4410919D8}"/>
          </ac:spMkLst>
        </pc:spChg>
        <pc:spChg chg="mod">
          <ac:chgData name="Nga Dang (PFES)" userId="6605b88f-cea1-4689-be8a-d917986e86bd" providerId="ADAL" clId="{EAD2D32F-FF79-4895-AEBE-646ED38E181D}" dt="2022-12-08T11:11:26.670" v="12550" actId="13926"/>
          <ac:spMkLst>
            <pc:docMk/>
            <pc:sldMk cId="3424357472" sldId="350"/>
            <ac:spMk id="3" creationId="{A2D3D00F-D000-B2D2-A1BA-D6D3283664A3}"/>
          </ac:spMkLst>
        </pc:spChg>
      </pc:sldChg>
      <pc:sldChg chg="modSp">
        <pc:chgData name="Nga Dang (PFES)" userId="6605b88f-cea1-4689-be8a-d917986e86bd" providerId="ADAL" clId="{EAD2D32F-FF79-4895-AEBE-646ED38E181D}" dt="2022-12-08T09:24:32.517" v="4169" actId="20577"/>
        <pc:sldMkLst>
          <pc:docMk/>
          <pc:sldMk cId="1681731003" sldId="351"/>
        </pc:sldMkLst>
        <pc:spChg chg="mod">
          <ac:chgData name="Nga Dang (PFES)" userId="6605b88f-cea1-4689-be8a-d917986e86bd" providerId="ADAL" clId="{EAD2D32F-FF79-4895-AEBE-646ED38E181D}" dt="2022-12-08T09:17:14.892" v="3806" actId="20577"/>
          <ac:spMkLst>
            <pc:docMk/>
            <pc:sldMk cId="1681731003" sldId="351"/>
            <ac:spMk id="339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18:49.755" v="3902" actId="20577"/>
          <ac:spMkLst>
            <pc:docMk/>
            <pc:sldMk cId="1681731003" sldId="351"/>
            <ac:spMk id="342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18:56.473" v="3926" actId="20577"/>
          <ac:spMkLst>
            <pc:docMk/>
            <pc:sldMk cId="1681731003" sldId="351"/>
            <ac:spMk id="348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19:00.979" v="3949" actId="20577"/>
          <ac:spMkLst>
            <pc:docMk/>
            <pc:sldMk cId="1681731003" sldId="351"/>
            <ac:spMk id="354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19:07.947" v="3972" actId="20577"/>
          <ac:spMkLst>
            <pc:docMk/>
            <pc:sldMk cId="1681731003" sldId="351"/>
            <ac:spMk id="360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20:34.244" v="4036" actId="20577"/>
          <ac:spMkLst>
            <pc:docMk/>
            <pc:sldMk cId="1681731003" sldId="351"/>
            <ac:spMk id="366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24:15.719" v="4101" actId="20577"/>
          <ac:spMkLst>
            <pc:docMk/>
            <pc:sldMk cId="1681731003" sldId="351"/>
            <ac:spMk id="369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17:34.466" v="3879" actId="20577"/>
          <ac:spMkLst>
            <pc:docMk/>
            <pc:sldMk cId="1681731003" sldId="351"/>
            <ac:spMk id="372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17:27.054" v="3826" actId="20577"/>
          <ac:spMkLst>
            <pc:docMk/>
            <pc:sldMk cId="1681731003" sldId="351"/>
            <ac:spMk id="375" creationId="{00000000-0000-0000-0000-000000000000}"/>
          </ac:spMkLst>
        </pc:spChg>
        <pc:spChg chg="mod">
          <ac:chgData name="Nga Dang (PFES)" userId="6605b88f-cea1-4689-be8a-d917986e86bd" providerId="ADAL" clId="{EAD2D32F-FF79-4895-AEBE-646ED38E181D}" dt="2022-12-08T09:24:32.517" v="4169" actId="20577"/>
          <ac:spMkLst>
            <pc:docMk/>
            <pc:sldMk cId="1681731003" sldId="351"/>
            <ac:spMk id="378" creationId="{00000000-0000-0000-0000-000000000000}"/>
          </ac:spMkLst>
        </pc:spChg>
      </pc:sldChg>
      <pc:sldChg chg="add">
        <pc:chgData name="Nga Dang (PFES)" userId="6605b88f-cea1-4689-be8a-d917986e86bd" providerId="ADAL" clId="{EAD2D32F-FF79-4895-AEBE-646ED38E181D}" dt="2022-12-08T10:31:06.551" v="9662"/>
        <pc:sldMkLst>
          <pc:docMk/>
          <pc:sldMk cId="2562416421" sldId="352"/>
        </pc:sldMkLst>
      </pc:sldChg>
    </pc:docChg>
  </pc:docChgLst>
  <pc:docChgLst>
    <pc:chgData name="Nga Dang (PFES)" userId="6605b88f-cea1-4689-be8a-d917986e86bd" providerId="ADAL" clId="{4ED32CD1-A3AF-4BB9-AAFB-E9C596114467}"/>
    <pc:docChg chg="undo custSel addSld delSld modSld">
      <pc:chgData name="Nga Dang (PFES)" userId="6605b88f-cea1-4689-be8a-d917986e86bd" providerId="ADAL" clId="{4ED32CD1-A3AF-4BB9-AAFB-E9C596114467}" dt="2022-12-13T14:34:38.785" v="978"/>
      <pc:docMkLst>
        <pc:docMk/>
      </pc:docMkLst>
      <pc:sldChg chg="del">
        <pc:chgData name="Nga Dang (PFES)" userId="6605b88f-cea1-4689-be8a-d917986e86bd" providerId="ADAL" clId="{4ED32CD1-A3AF-4BB9-AAFB-E9C596114467}" dt="2022-12-11T04:20:05.141" v="9" actId="2696"/>
        <pc:sldMkLst>
          <pc:docMk/>
          <pc:sldMk cId="3228102370" sldId="259"/>
        </pc:sldMkLst>
      </pc:sldChg>
      <pc:sldChg chg="del">
        <pc:chgData name="Nga Dang (PFES)" userId="6605b88f-cea1-4689-be8a-d917986e86bd" providerId="ADAL" clId="{4ED32CD1-A3AF-4BB9-AAFB-E9C596114467}" dt="2022-12-11T04:20:04.600" v="4" actId="2696"/>
        <pc:sldMkLst>
          <pc:docMk/>
          <pc:sldMk cId="2516022132" sldId="262"/>
        </pc:sldMkLst>
      </pc:sldChg>
      <pc:sldChg chg="del">
        <pc:chgData name="Nga Dang (PFES)" userId="6605b88f-cea1-4689-be8a-d917986e86bd" providerId="ADAL" clId="{4ED32CD1-A3AF-4BB9-AAFB-E9C596114467}" dt="2022-12-11T04:20:04.693" v="5" actId="2696"/>
        <pc:sldMkLst>
          <pc:docMk/>
          <pc:sldMk cId="3510866695" sldId="263"/>
        </pc:sldMkLst>
      </pc:sldChg>
      <pc:sldChg chg="del">
        <pc:chgData name="Nga Dang (PFES)" userId="6605b88f-cea1-4689-be8a-d917986e86bd" providerId="ADAL" clId="{4ED32CD1-A3AF-4BB9-AAFB-E9C596114467}" dt="2022-12-11T04:20:06.711" v="17" actId="2696"/>
        <pc:sldMkLst>
          <pc:docMk/>
          <pc:sldMk cId="11805862" sldId="265"/>
        </pc:sldMkLst>
      </pc:sldChg>
      <pc:sldChg chg="del">
        <pc:chgData name="Nga Dang (PFES)" userId="6605b88f-cea1-4689-be8a-d917986e86bd" providerId="ADAL" clId="{4ED32CD1-A3AF-4BB9-AAFB-E9C596114467}" dt="2022-12-11T04:20:07.413" v="30" actId="2696"/>
        <pc:sldMkLst>
          <pc:docMk/>
          <pc:sldMk cId="2805651739" sldId="266"/>
        </pc:sldMkLst>
      </pc:sldChg>
      <pc:sldChg chg="del">
        <pc:chgData name="Nga Dang (PFES)" userId="6605b88f-cea1-4689-be8a-d917986e86bd" providerId="ADAL" clId="{4ED32CD1-A3AF-4BB9-AAFB-E9C596114467}" dt="2022-12-11T04:20:05.572" v="11" actId="2696"/>
        <pc:sldMkLst>
          <pc:docMk/>
          <pc:sldMk cId="3647241324" sldId="270"/>
        </pc:sldMkLst>
      </pc:sldChg>
      <pc:sldChg chg="del">
        <pc:chgData name="Nga Dang (PFES)" userId="6605b88f-cea1-4689-be8a-d917986e86bd" providerId="ADAL" clId="{4ED32CD1-A3AF-4BB9-AAFB-E9C596114467}" dt="2022-12-11T04:20:05.852" v="12" actId="2696"/>
        <pc:sldMkLst>
          <pc:docMk/>
          <pc:sldMk cId="0" sldId="271"/>
        </pc:sldMkLst>
      </pc:sldChg>
      <pc:sldChg chg="del">
        <pc:chgData name="Nga Dang (PFES)" userId="6605b88f-cea1-4689-be8a-d917986e86bd" providerId="ADAL" clId="{4ED32CD1-A3AF-4BB9-AAFB-E9C596114467}" dt="2022-12-11T04:20:06.096" v="13" actId="2696"/>
        <pc:sldMkLst>
          <pc:docMk/>
          <pc:sldMk cId="0" sldId="272"/>
        </pc:sldMkLst>
      </pc:sldChg>
      <pc:sldChg chg="del">
        <pc:chgData name="Nga Dang (PFES)" userId="6605b88f-cea1-4689-be8a-d917986e86bd" providerId="ADAL" clId="{4ED32CD1-A3AF-4BB9-AAFB-E9C596114467}" dt="2022-12-11T04:20:06.381" v="15" actId="2696"/>
        <pc:sldMkLst>
          <pc:docMk/>
          <pc:sldMk cId="0" sldId="274"/>
        </pc:sldMkLst>
      </pc:sldChg>
      <pc:sldChg chg="del">
        <pc:chgData name="Nga Dang (PFES)" userId="6605b88f-cea1-4689-be8a-d917986e86bd" providerId="ADAL" clId="{4ED32CD1-A3AF-4BB9-AAFB-E9C596114467}" dt="2022-12-11T04:20:06.512" v="16" actId="2696"/>
        <pc:sldMkLst>
          <pc:docMk/>
          <pc:sldMk cId="0" sldId="275"/>
        </pc:sldMkLst>
      </pc:sldChg>
      <pc:sldChg chg="del">
        <pc:chgData name="Nga Dang (PFES)" userId="6605b88f-cea1-4689-be8a-d917986e86bd" providerId="ADAL" clId="{4ED32CD1-A3AF-4BB9-AAFB-E9C596114467}" dt="2022-12-11T04:20:07.245" v="22" actId="2696"/>
        <pc:sldMkLst>
          <pc:docMk/>
          <pc:sldMk cId="0" sldId="279"/>
        </pc:sldMkLst>
      </pc:sldChg>
      <pc:sldChg chg="del">
        <pc:chgData name="Nga Dang (PFES)" userId="6605b88f-cea1-4689-be8a-d917986e86bd" providerId="ADAL" clId="{4ED32CD1-A3AF-4BB9-AAFB-E9C596114467}" dt="2022-12-11T04:20:06.317" v="14" actId="2696"/>
        <pc:sldMkLst>
          <pc:docMk/>
          <pc:sldMk cId="0" sldId="282"/>
        </pc:sldMkLst>
      </pc:sldChg>
      <pc:sldChg chg="del">
        <pc:chgData name="Nga Dang (PFES)" userId="6605b88f-cea1-4689-be8a-d917986e86bd" providerId="ADAL" clId="{4ED32CD1-A3AF-4BB9-AAFB-E9C596114467}" dt="2022-12-11T04:20:07.426" v="32" actId="2696"/>
        <pc:sldMkLst>
          <pc:docMk/>
          <pc:sldMk cId="0" sldId="284"/>
        </pc:sldMkLst>
      </pc:sldChg>
      <pc:sldChg chg="del">
        <pc:chgData name="Nga Dang (PFES)" userId="6605b88f-cea1-4689-be8a-d917986e86bd" providerId="ADAL" clId="{4ED32CD1-A3AF-4BB9-AAFB-E9C596114467}" dt="2022-12-11T04:20:07.435" v="34" actId="2696"/>
        <pc:sldMkLst>
          <pc:docMk/>
          <pc:sldMk cId="0" sldId="285"/>
        </pc:sldMkLst>
      </pc:sldChg>
      <pc:sldChg chg="del">
        <pc:chgData name="Nga Dang (PFES)" userId="6605b88f-cea1-4689-be8a-d917986e86bd" providerId="ADAL" clId="{4ED32CD1-A3AF-4BB9-AAFB-E9C596114467}" dt="2022-12-11T04:20:07.448" v="35" actId="2696"/>
        <pc:sldMkLst>
          <pc:docMk/>
          <pc:sldMk cId="0" sldId="286"/>
        </pc:sldMkLst>
      </pc:sldChg>
      <pc:sldChg chg="del">
        <pc:chgData name="Nga Dang (PFES)" userId="6605b88f-cea1-4689-be8a-d917986e86bd" providerId="ADAL" clId="{4ED32CD1-A3AF-4BB9-AAFB-E9C596114467}" dt="2022-12-11T04:20:07.461" v="36" actId="2696"/>
        <pc:sldMkLst>
          <pc:docMk/>
          <pc:sldMk cId="0" sldId="287"/>
        </pc:sldMkLst>
      </pc:sldChg>
      <pc:sldChg chg="del">
        <pc:chgData name="Nga Dang (PFES)" userId="6605b88f-cea1-4689-be8a-d917986e86bd" providerId="ADAL" clId="{4ED32CD1-A3AF-4BB9-AAFB-E9C596114467}" dt="2022-12-11T04:20:07.531" v="37" actId="2696"/>
        <pc:sldMkLst>
          <pc:docMk/>
          <pc:sldMk cId="0" sldId="288"/>
        </pc:sldMkLst>
      </pc:sldChg>
      <pc:sldChg chg="del">
        <pc:chgData name="Nga Dang (PFES)" userId="6605b88f-cea1-4689-be8a-d917986e86bd" providerId="ADAL" clId="{4ED32CD1-A3AF-4BB9-AAFB-E9C596114467}" dt="2022-12-11T04:20:07.582" v="38" actId="2696"/>
        <pc:sldMkLst>
          <pc:docMk/>
          <pc:sldMk cId="0" sldId="289"/>
        </pc:sldMkLst>
      </pc:sldChg>
      <pc:sldChg chg="del">
        <pc:chgData name="Nga Dang (PFES)" userId="6605b88f-cea1-4689-be8a-d917986e86bd" providerId="ADAL" clId="{4ED32CD1-A3AF-4BB9-AAFB-E9C596114467}" dt="2022-12-11T04:20:05.263" v="10" actId="2696"/>
        <pc:sldMkLst>
          <pc:docMk/>
          <pc:sldMk cId="1976545849" sldId="304"/>
        </pc:sldMkLst>
      </pc:sldChg>
      <pc:sldChg chg="del">
        <pc:chgData name="Nga Dang (PFES)" userId="6605b88f-cea1-4689-be8a-d917986e86bd" providerId="ADAL" clId="{4ED32CD1-A3AF-4BB9-AAFB-E9C596114467}" dt="2022-12-11T04:20:04.517" v="2" actId="2696"/>
        <pc:sldMkLst>
          <pc:docMk/>
          <pc:sldMk cId="422707090" sldId="309"/>
        </pc:sldMkLst>
      </pc:sldChg>
      <pc:sldChg chg="del">
        <pc:chgData name="Nga Dang (PFES)" userId="6605b88f-cea1-4689-be8a-d917986e86bd" providerId="ADAL" clId="{4ED32CD1-A3AF-4BB9-AAFB-E9C596114467}" dt="2022-12-11T04:20:07.375" v="29" actId="2696"/>
        <pc:sldMkLst>
          <pc:docMk/>
          <pc:sldMk cId="432649501" sldId="310"/>
        </pc:sldMkLst>
      </pc:sldChg>
      <pc:sldChg chg="del">
        <pc:chgData name="Nga Dang (PFES)" userId="6605b88f-cea1-4689-be8a-d917986e86bd" providerId="ADAL" clId="{4ED32CD1-A3AF-4BB9-AAFB-E9C596114467}" dt="2022-12-11T04:20:04.323" v="0" actId="2696"/>
        <pc:sldMkLst>
          <pc:docMk/>
          <pc:sldMk cId="0" sldId="311"/>
        </pc:sldMkLst>
      </pc:sldChg>
      <pc:sldChg chg="del">
        <pc:chgData name="Nga Dang (PFES)" userId="6605b88f-cea1-4689-be8a-d917986e86bd" providerId="ADAL" clId="{4ED32CD1-A3AF-4BB9-AAFB-E9C596114467}" dt="2022-12-11T04:20:07.335" v="26" actId="2696"/>
        <pc:sldMkLst>
          <pc:docMk/>
          <pc:sldMk cId="741328314" sldId="312"/>
        </pc:sldMkLst>
      </pc:sldChg>
      <pc:sldChg chg="del">
        <pc:chgData name="Nga Dang (PFES)" userId="6605b88f-cea1-4689-be8a-d917986e86bd" providerId="ADAL" clId="{4ED32CD1-A3AF-4BB9-AAFB-E9C596114467}" dt="2022-12-11T04:20:07.302" v="25" actId="2696"/>
        <pc:sldMkLst>
          <pc:docMk/>
          <pc:sldMk cId="4040944628" sldId="314"/>
        </pc:sldMkLst>
      </pc:sldChg>
      <pc:sldChg chg="del">
        <pc:chgData name="Nga Dang (PFES)" userId="6605b88f-cea1-4689-be8a-d917986e86bd" providerId="ADAL" clId="{4ED32CD1-A3AF-4BB9-AAFB-E9C596114467}" dt="2022-12-11T04:20:07.346" v="27" actId="2696"/>
        <pc:sldMkLst>
          <pc:docMk/>
          <pc:sldMk cId="1703105197" sldId="315"/>
        </pc:sldMkLst>
      </pc:sldChg>
      <pc:sldChg chg="del">
        <pc:chgData name="Nga Dang (PFES)" userId="6605b88f-cea1-4689-be8a-d917986e86bd" providerId="ADAL" clId="{4ED32CD1-A3AF-4BB9-AAFB-E9C596114467}" dt="2022-12-11T04:20:06.996" v="19" actId="2696"/>
        <pc:sldMkLst>
          <pc:docMk/>
          <pc:sldMk cId="2044122330" sldId="319"/>
        </pc:sldMkLst>
      </pc:sldChg>
      <pc:sldChg chg="del">
        <pc:chgData name="Nga Dang (PFES)" userId="6605b88f-cea1-4689-be8a-d917986e86bd" providerId="ADAL" clId="{4ED32CD1-A3AF-4BB9-AAFB-E9C596114467}" dt="2022-12-11T04:20:07.265" v="23" actId="2696"/>
        <pc:sldMkLst>
          <pc:docMk/>
          <pc:sldMk cId="4201462197" sldId="320"/>
        </pc:sldMkLst>
      </pc:sldChg>
      <pc:sldChg chg="del">
        <pc:chgData name="Nga Dang (PFES)" userId="6605b88f-cea1-4689-be8a-d917986e86bd" providerId="ADAL" clId="{4ED32CD1-A3AF-4BB9-AAFB-E9C596114467}" dt="2022-12-11T04:20:04.336" v="1" actId="2696"/>
        <pc:sldMkLst>
          <pc:docMk/>
          <pc:sldMk cId="798731510" sldId="321"/>
        </pc:sldMkLst>
      </pc:sldChg>
      <pc:sldChg chg="del">
        <pc:chgData name="Nga Dang (PFES)" userId="6605b88f-cea1-4689-be8a-d917986e86bd" providerId="ADAL" clId="{4ED32CD1-A3AF-4BB9-AAFB-E9C596114467}" dt="2022-12-11T04:20:07.636" v="40" actId="2696"/>
        <pc:sldMkLst>
          <pc:docMk/>
          <pc:sldMk cId="599289989" sldId="322"/>
        </pc:sldMkLst>
      </pc:sldChg>
      <pc:sldChg chg="delSp modSp delAnim">
        <pc:chgData name="Nga Dang (PFES)" userId="6605b88f-cea1-4689-be8a-d917986e86bd" providerId="ADAL" clId="{4ED32CD1-A3AF-4BB9-AAFB-E9C596114467}" dt="2022-12-13T14:33:53.659" v="969" actId="20577"/>
        <pc:sldMkLst>
          <pc:docMk/>
          <pc:sldMk cId="3481278922" sldId="347"/>
        </pc:sldMkLst>
        <pc:spChg chg="mod">
          <ac:chgData name="Nga Dang (PFES)" userId="6605b88f-cea1-4689-be8a-d917986e86bd" providerId="ADAL" clId="{4ED32CD1-A3AF-4BB9-AAFB-E9C596114467}" dt="2022-12-13T14:33:53.659" v="969" actId="20577"/>
          <ac:spMkLst>
            <pc:docMk/>
            <pc:sldMk cId="3481278922" sldId="347"/>
            <ac:spMk id="15" creationId="{0CE1EF76-73C2-482D-8A5A-8EA1A4BD3435}"/>
          </ac:spMkLst>
        </pc:spChg>
        <pc:spChg chg="del">
          <ac:chgData name="Nga Dang (PFES)" userId="6605b88f-cea1-4689-be8a-d917986e86bd" providerId="ADAL" clId="{4ED32CD1-A3AF-4BB9-AAFB-E9C596114467}" dt="2022-12-11T04:20:13.272" v="41" actId="478"/>
          <ac:spMkLst>
            <pc:docMk/>
            <pc:sldMk cId="3481278922" sldId="347"/>
            <ac:spMk id="28" creationId="{E056A890-26F2-4FFE-97B1-750CDD960581}"/>
          </ac:spMkLst>
        </pc:spChg>
        <pc:spChg chg="del">
          <ac:chgData name="Nga Dang (PFES)" userId="6605b88f-cea1-4689-be8a-d917986e86bd" providerId="ADAL" clId="{4ED32CD1-A3AF-4BB9-AAFB-E9C596114467}" dt="2022-12-11T04:20:15.234" v="42" actId="478"/>
          <ac:spMkLst>
            <pc:docMk/>
            <pc:sldMk cId="3481278922" sldId="347"/>
            <ac:spMk id="29" creationId="{50A3B8E2-1C3E-49F1-AB27-B8ED5592B1E1}"/>
          </ac:spMkLst>
        </pc:spChg>
        <pc:grpChg chg="mod">
          <ac:chgData name="Nga Dang (PFES)" userId="6605b88f-cea1-4689-be8a-d917986e86bd" providerId="ADAL" clId="{4ED32CD1-A3AF-4BB9-AAFB-E9C596114467}" dt="2022-12-13T14:33:31.635" v="943" actId="1076"/>
          <ac:grpSpMkLst>
            <pc:docMk/>
            <pc:sldMk cId="3481278922" sldId="347"/>
            <ac:grpSpMk id="13" creationId="{B955415C-6F3D-4DB0-B091-B67990185511}"/>
          </ac:grpSpMkLst>
        </pc:grpChg>
        <pc:picChg chg="del">
          <ac:chgData name="Nga Dang (PFES)" userId="6605b88f-cea1-4689-be8a-d917986e86bd" providerId="ADAL" clId="{4ED32CD1-A3AF-4BB9-AAFB-E9C596114467}" dt="2022-12-11T04:20:17.026" v="43" actId="478"/>
          <ac:picMkLst>
            <pc:docMk/>
            <pc:sldMk cId="3481278922" sldId="347"/>
            <ac:picMk id="30" creationId="{6AF761FE-88E8-499B-9D27-82DB6BAB3AB9}"/>
          </ac:picMkLst>
        </pc:picChg>
      </pc:sldChg>
      <pc:sldChg chg="addSp delSp modSp add">
        <pc:chgData name="Nga Dang (PFES)" userId="6605b88f-cea1-4689-be8a-d917986e86bd" providerId="ADAL" clId="{4ED32CD1-A3AF-4BB9-AAFB-E9C596114467}" dt="2022-12-11T14:32:25.847" v="822" actId="115"/>
        <pc:sldMkLst>
          <pc:docMk/>
          <pc:sldMk cId="3234921615" sldId="348"/>
        </pc:sldMkLst>
        <pc:spChg chg="mod">
          <ac:chgData name="Nga Dang (PFES)" userId="6605b88f-cea1-4689-be8a-d917986e86bd" providerId="ADAL" clId="{4ED32CD1-A3AF-4BB9-AAFB-E9C596114467}" dt="2022-12-11T14:31:18.589" v="786" actId="404"/>
          <ac:spMkLst>
            <pc:docMk/>
            <pc:sldMk cId="3234921615" sldId="348"/>
            <ac:spMk id="2" creationId="{126267C0-0ED0-4845-BE52-2058B1ED2E6E}"/>
          </ac:spMkLst>
        </pc:spChg>
        <pc:spChg chg="del mod">
          <ac:chgData name="Nga Dang (PFES)" userId="6605b88f-cea1-4689-be8a-d917986e86bd" providerId="ADAL" clId="{4ED32CD1-A3AF-4BB9-AAFB-E9C596114467}" dt="2022-12-11T14:23:55.087" v="186" actId="478"/>
          <ac:spMkLst>
            <pc:docMk/>
            <pc:sldMk cId="3234921615" sldId="348"/>
            <ac:spMk id="3" creationId="{D823F1A6-30A1-404F-A87F-ECAFB5EC437B}"/>
          </ac:spMkLst>
        </pc:spChg>
        <pc:graphicFrameChg chg="add mod">
          <ac:chgData name="Nga Dang (PFES)" userId="6605b88f-cea1-4689-be8a-d917986e86bd" providerId="ADAL" clId="{4ED32CD1-A3AF-4BB9-AAFB-E9C596114467}" dt="2022-12-11T14:32:25.847" v="822" actId="115"/>
          <ac:graphicFrameMkLst>
            <pc:docMk/>
            <pc:sldMk cId="3234921615" sldId="348"/>
            <ac:graphicFrameMk id="4" creationId="{7DEE5A50-E904-486E-A4C3-18372A6133DD}"/>
          </ac:graphicFrameMkLst>
        </pc:graphicFrameChg>
      </pc:sldChg>
      <pc:sldChg chg="del">
        <pc:chgData name="Nga Dang (PFES)" userId="6605b88f-cea1-4689-be8a-d917986e86bd" providerId="ADAL" clId="{4ED32CD1-A3AF-4BB9-AAFB-E9C596114467}" dt="2022-12-11T04:20:04.543" v="3" actId="2696"/>
        <pc:sldMkLst>
          <pc:docMk/>
          <pc:sldMk cId="3941697920" sldId="348"/>
        </pc:sldMkLst>
      </pc:sldChg>
      <pc:sldChg chg="addSp delSp modSp add del">
        <pc:chgData name="Nga Dang (PFES)" userId="6605b88f-cea1-4689-be8a-d917986e86bd" providerId="ADAL" clId="{4ED32CD1-A3AF-4BB9-AAFB-E9C596114467}" dt="2022-12-13T14:34:38.785" v="978"/>
        <pc:sldMkLst>
          <pc:docMk/>
          <pc:sldMk cId="2177925194" sldId="349"/>
        </pc:sldMkLst>
        <pc:spChg chg="del">
          <ac:chgData name="Nga Dang (PFES)" userId="6605b88f-cea1-4689-be8a-d917986e86bd" providerId="ADAL" clId="{4ED32CD1-A3AF-4BB9-AAFB-E9C596114467}" dt="2022-12-11T14:55:37.960" v="825" actId="478"/>
          <ac:spMkLst>
            <pc:docMk/>
            <pc:sldMk cId="2177925194" sldId="349"/>
            <ac:spMk id="2" creationId="{591C857D-8F5E-47FE-A17D-90DF294F9802}"/>
          </ac:spMkLst>
        </pc:spChg>
        <pc:spChg chg="del">
          <ac:chgData name="Nga Dang (PFES)" userId="6605b88f-cea1-4689-be8a-d917986e86bd" providerId="ADAL" clId="{4ED32CD1-A3AF-4BB9-AAFB-E9C596114467}" dt="2022-12-11T14:55:35.352" v="824" actId="478"/>
          <ac:spMkLst>
            <pc:docMk/>
            <pc:sldMk cId="2177925194" sldId="349"/>
            <ac:spMk id="3" creationId="{7C7E0DBB-348E-42E4-9FCE-FE6C4528FBBC}"/>
          </ac:spMkLst>
        </pc:spChg>
        <pc:picChg chg="add">
          <ac:chgData name="Nga Dang (PFES)" userId="6605b88f-cea1-4689-be8a-d917986e86bd" providerId="ADAL" clId="{4ED32CD1-A3AF-4BB9-AAFB-E9C596114467}" dt="2022-12-13T14:34:38.785" v="978"/>
          <ac:picMkLst>
            <pc:docMk/>
            <pc:sldMk cId="2177925194" sldId="349"/>
            <ac:picMk id="2" creationId="{1A7445AF-052C-45F4-A56D-D29E731AF157}"/>
          </ac:picMkLst>
        </pc:picChg>
        <pc:picChg chg="add del mod">
          <ac:chgData name="Nga Dang (PFES)" userId="6605b88f-cea1-4689-be8a-d917986e86bd" providerId="ADAL" clId="{4ED32CD1-A3AF-4BB9-AAFB-E9C596114467}" dt="2022-12-13T14:33:59.814" v="972" actId="478"/>
          <ac:picMkLst>
            <pc:docMk/>
            <pc:sldMk cId="2177925194" sldId="349"/>
            <ac:picMk id="3" creationId="{F54B58FE-7014-4A9D-949B-76FC56214AEB}"/>
          </ac:picMkLst>
        </pc:picChg>
        <pc:picChg chg="add del mod">
          <ac:chgData name="Nga Dang (PFES)" userId="6605b88f-cea1-4689-be8a-d917986e86bd" providerId="ADAL" clId="{4ED32CD1-A3AF-4BB9-AAFB-E9C596114467}" dt="2022-12-13T07:00:59.706" v="889" actId="478"/>
          <ac:picMkLst>
            <pc:docMk/>
            <pc:sldMk cId="2177925194" sldId="349"/>
            <ac:picMk id="5" creationId="{B1BD0714-4577-4063-8C64-46B7F1CE6D02}"/>
          </ac:picMkLst>
        </pc:picChg>
      </pc:sldChg>
      <pc:sldChg chg="del">
        <pc:chgData name="Nga Dang (PFES)" userId="6605b88f-cea1-4689-be8a-d917986e86bd" providerId="ADAL" clId="{4ED32CD1-A3AF-4BB9-AAFB-E9C596114467}" dt="2022-12-11T04:20:05.049" v="7" actId="2696"/>
        <pc:sldMkLst>
          <pc:docMk/>
          <pc:sldMk cId="3419800659" sldId="349"/>
        </pc:sldMkLst>
      </pc:sldChg>
      <pc:sldChg chg="addSp delSp modSp add">
        <pc:chgData name="Nga Dang (PFES)" userId="6605b88f-cea1-4689-be8a-d917986e86bd" providerId="ADAL" clId="{4ED32CD1-A3AF-4BB9-AAFB-E9C596114467}" dt="2022-12-13T14:34:28.399" v="977" actId="27614"/>
        <pc:sldMkLst>
          <pc:docMk/>
          <pc:sldMk cId="2628070039" sldId="350"/>
        </pc:sldMkLst>
        <pc:spChg chg="del">
          <ac:chgData name="Nga Dang (PFES)" userId="6605b88f-cea1-4689-be8a-d917986e86bd" providerId="ADAL" clId="{4ED32CD1-A3AF-4BB9-AAFB-E9C596114467}" dt="2022-12-13T14:34:06.259" v="975" actId="478"/>
          <ac:spMkLst>
            <pc:docMk/>
            <pc:sldMk cId="2628070039" sldId="350"/>
            <ac:spMk id="2" creationId="{C0C6C6BD-440A-4097-8588-0CC009063625}"/>
          </ac:spMkLst>
        </pc:spChg>
        <pc:spChg chg="del">
          <ac:chgData name="Nga Dang (PFES)" userId="6605b88f-cea1-4689-be8a-d917986e86bd" providerId="ADAL" clId="{4ED32CD1-A3AF-4BB9-AAFB-E9C596114467}" dt="2022-12-13T14:34:04.229" v="974" actId="478"/>
          <ac:spMkLst>
            <pc:docMk/>
            <pc:sldMk cId="2628070039" sldId="350"/>
            <ac:spMk id="3" creationId="{700C905A-0848-4F3E-9F93-36F32CE9F25C}"/>
          </ac:spMkLst>
        </pc:spChg>
        <pc:picChg chg="add mod">
          <ac:chgData name="Nga Dang (PFES)" userId="6605b88f-cea1-4689-be8a-d917986e86bd" providerId="ADAL" clId="{4ED32CD1-A3AF-4BB9-AAFB-E9C596114467}" dt="2022-12-13T14:34:28.399" v="977" actId="27614"/>
          <ac:picMkLst>
            <pc:docMk/>
            <pc:sldMk cId="2628070039" sldId="350"/>
            <ac:picMk id="5" creationId="{CDE698A7-A819-456A-9036-441E8D203EF9}"/>
          </ac:picMkLst>
        </pc:picChg>
      </pc:sldChg>
      <pc:sldChg chg="del">
        <pc:chgData name="Nga Dang (PFES)" userId="6605b88f-cea1-4689-be8a-d917986e86bd" providerId="ADAL" clId="{4ED32CD1-A3AF-4BB9-AAFB-E9C596114467}" dt="2022-12-11T04:20:04.949" v="6" actId="2696"/>
        <pc:sldMkLst>
          <pc:docMk/>
          <pc:sldMk cId="3424357472" sldId="350"/>
        </pc:sldMkLst>
      </pc:sldChg>
      <pc:sldChg chg="del">
        <pc:chgData name="Nga Dang (PFES)" userId="6605b88f-cea1-4689-be8a-d917986e86bd" providerId="ADAL" clId="{4ED32CD1-A3AF-4BB9-AAFB-E9C596114467}" dt="2022-12-11T04:20:05.096" v="8" actId="2696"/>
        <pc:sldMkLst>
          <pc:docMk/>
          <pc:sldMk cId="1681731003" sldId="351"/>
        </pc:sldMkLst>
      </pc:sldChg>
      <pc:sldChg chg="del">
        <pc:chgData name="Nga Dang (PFES)" userId="6605b88f-cea1-4689-be8a-d917986e86bd" providerId="ADAL" clId="{4ED32CD1-A3AF-4BB9-AAFB-E9C596114467}" dt="2022-12-11T04:20:07.153" v="21" actId="2696"/>
        <pc:sldMkLst>
          <pc:docMk/>
          <pc:sldMk cId="2562416421" sldId="352"/>
        </pc:sldMkLst>
      </pc:sldChg>
      <pc:sldMasterChg chg="delSldLayout">
        <pc:chgData name="Nga Dang (PFES)" userId="6605b88f-cea1-4689-be8a-d917986e86bd" providerId="ADAL" clId="{4ED32CD1-A3AF-4BB9-AAFB-E9C596114467}" dt="2022-12-11T04:20:07.583" v="39" actId="2696"/>
        <pc:sldMasterMkLst>
          <pc:docMk/>
          <pc:sldMasterMk cId="0" sldId="2147483648"/>
        </pc:sldMasterMkLst>
        <pc:sldLayoutChg chg="del">
          <pc:chgData name="Nga Dang (PFES)" userId="6605b88f-cea1-4689-be8a-d917986e86bd" providerId="ADAL" clId="{4ED32CD1-A3AF-4BB9-AAFB-E9C596114467}" dt="2022-12-11T04:20:06.715" v="18" actId="2696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Nga Dang (PFES)" userId="6605b88f-cea1-4689-be8a-d917986e86bd" providerId="ADAL" clId="{4ED32CD1-A3AF-4BB9-AAFB-E9C596114467}" dt="2022-12-11T04:20:06.999" v="20" actId="2696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Nga Dang (PFES)" userId="6605b88f-cea1-4689-be8a-d917986e86bd" providerId="ADAL" clId="{4ED32CD1-A3AF-4BB9-AAFB-E9C596114467}" dt="2022-12-11T04:20:07.427" v="33" actId="2696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Nga Dang (PFES)" userId="6605b88f-cea1-4689-be8a-d917986e86bd" providerId="ADAL" clId="{4ED32CD1-A3AF-4BB9-AAFB-E9C596114467}" dt="2022-12-11T04:20:07.267" v="24" actId="2696"/>
          <pc:sldLayoutMkLst>
            <pc:docMk/>
            <pc:sldMasterMk cId="0" sldId="2147483648"/>
            <pc:sldLayoutMk cId="0" sldId="2147483660"/>
          </pc:sldLayoutMkLst>
        </pc:sldLayoutChg>
        <pc:sldLayoutChg chg="del">
          <pc:chgData name="Nga Dang (PFES)" userId="6605b88f-cea1-4689-be8a-d917986e86bd" providerId="ADAL" clId="{4ED32CD1-A3AF-4BB9-AAFB-E9C596114467}" dt="2022-12-11T04:20:07.583" v="39" actId="2696"/>
          <pc:sldLayoutMkLst>
            <pc:docMk/>
            <pc:sldMasterMk cId="0" sldId="2147483648"/>
            <pc:sldLayoutMk cId="0" sldId="2147483662"/>
          </pc:sldLayoutMkLst>
        </pc:sldLayoutChg>
        <pc:sldLayoutChg chg="del">
          <pc:chgData name="Nga Dang (PFES)" userId="6605b88f-cea1-4689-be8a-d917986e86bd" providerId="ADAL" clId="{4ED32CD1-A3AF-4BB9-AAFB-E9C596114467}" dt="2022-12-11T04:20:07.414" v="31" actId="2696"/>
          <pc:sldLayoutMkLst>
            <pc:docMk/>
            <pc:sldMasterMk cId="0" sldId="2147483648"/>
            <pc:sldLayoutMk cId="0" sldId="2147483663"/>
          </pc:sldLayoutMkLst>
        </pc:sldLayoutChg>
        <pc:sldLayoutChg chg="del">
          <pc:chgData name="Nga Dang (PFES)" userId="6605b88f-cea1-4689-be8a-d917986e86bd" providerId="ADAL" clId="{4ED32CD1-A3AF-4BB9-AAFB-E9C596114467}" dt="2022-12-11T04:20:07.348" v="28" actId="2696"/>
          <pc:sldLayoutMkLst>
            <pc:docMk/>
            <pc:sldMasterMk cId="0" sldId="2147483648"/>
            <pc:sldLayoutMk cId="4107180716" sldId="2147483674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09B7B8-D0AD-43B0-B526-791586CF8503}" type="doc">
      <dgm:prSet loTypeId="urn:microsoft.com/office/officeart/2005/8/layout/hierarchy6" loCatId="hierarchy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F72E2C3-ECFC-4EA4-BF5C-2FDCECBAB7D6}">
      <dgm:prSet phldrT="[Text]"/>
      <dgm:spPr/>
      <dgm:t>
        <a:bodyPr/>
        <a:lstStyle/>
        <a:p>
          <a:r>
            <a:rPr lang="en-US" dirty="0"/>
            <a:t>Các bon rừng</a:t>
          </a:r>
        </a:p>
      </dgm:t>
    </dgm:pt>
    <dgm:pt modelId="{59D4211C-E0A4-4423-9652-561BD898BE61}" type="parTrans" cxnId="{B9008A6F-7E2F-4545-825A-D72A34E6441D}">
      <dgm:prSet/>
      <dgm:spPr/>
      <dgm:t>
        <a:bodyPr/>
        <a:lstStyle/>
        <a:p>
          <a:endParaRPr lang="en-US"/>
        </a:p>
      </dgm:t>
    </dgm:pt>
    <dgm:pt modelId="{326B202C-0E85-476E-A1DA-EDA47E5ACC65}" type="sibTrans" cxnId="{B9008A6F-7E2F-4545-825A-D72A34E6441D}">
      <dgm:prSet/>
      <dgm:spPr/>
      <dgm:t>
        <a:bodyPr/>
        <a:lstStyle/>
        <a:p>
          <a:endParaRPr lang="en-US"/>
        </a:p>
      </dgm:t>
    </dgm:pt>
    <dgm:pt modelId="{33C138B7-6E88-4E36-ADCC-AF75B3D20C04}">
      <dgm:prSet phldrT="[Text]"/>
      <dgm:spPr/>
      <dgm:t>
        <a:bodyPr/>
        <a:lstStyle/>
        <a:p>
          <a:r>
            <a:rPr lang="en-US" dirty="0" err="1"/>
            <a:t>Nội</a:t>
          </a:r>
          <a:r>
            <a:rPr lang="en-US" dirty="0"/>
            <a:t> địa</a:t>
          </a:r>
        </a:p>
      </dgm:t>
    </dgm:pt>
    <dgm:pt modelId="{049C9713-F260-492F-A31C-5F71ACE3E5AF}" type="parTrans" cxnId="{823D70B0-703A-4C2B-A388-DCA1764A448A}">
      <dgm:prSet/>
      <dgm:spPr/>
      <dgm:t>
        <a:bodyPr/>
        <a:lstStyle/>
        <a:p>
          <a:endParaRPr lang="en-US"/>
        </a:p>
      </dgm:t>
    </dgm:pt>
    <dgm:pt modelId="{CB38A707-F39C-47B8-8612-D025967C846A}" type="sibTrans" cxnId="{823D70B0-703A-4C2B-A388-DCA1764A448A}">
      <dgm:prSet/>
      <dgm:spPr/>
      <dgm:t>
        <a:bodyPr/>
        <a:lstStyle/>
        <a:p>
          <a:endParaRPr lang="en-US"/>
        </a:p>
      </dgm:t>
    </dgm:pt>
    <dgm:pt modelId="{5642244F-112B-4055-BA01-BB4F2AC2195D}">
      <dgm:prSet phldrT="[Text]" custT="1"/>
      <dgm:spPr/>
      <dgm:t>
        <a:bodyPr/>
        <a:lstStyle/>
        <a:p>
          <a:r>
            <a:rPr lang="en-US" sz="1800" b="1" u="sng" dirty="0" err="1">
              <a:solidFill>
                <a:schemeClr val="tx1"/>
              </a:solidFill>
            </a:rPr>
            <a:t>Bắt</a:t>
          </a:r>
          <a:r>
            <a:rPr lang="en-US" sz="1800" b="1" u="sng" dirty="0">
              <a:solidFill>
                <a:schemeClr val="tx1"/>
              </a:solidFill>
            </a:rPr>
            <a:t> </a:t>
          </a:r>
          <a:r>
            <a:rPr lang="en-US" sz="1800" b="1" u="sng" dirty="0" err="1">
              <a:solidFill>
                <a:schemeClr val="tx1"/>
              </a:solidFill>
            </a:rPr>
            <a:t>buộc</a:t>
          </a:r>
          <a:r>
            <a:rPr lang="en-US" sz="1800" b="1" u="sng" dirty="0">
              <a:solidFill>
                <a:schemeClr val="tx1"/>
              </a:solidFill>
            </a:rPr>
            <a:t> </a:t>
          </a:r>
          <a:r>
            <a:rPr lang="en-US" sz="1800" b="1" u="sng" dirty="0" err="1">
              <a:solidFill>
                <a:schemeClr val="tx1"/>
              </a:solidFill>
            </a:rPr>
            <a:t>theo</a:t>
          </a:r>
          <a:r>
            <a:rPr lang="en-US" sz="1800" b="1" u="sng" dirty="0">
              <a:solidFill>
                <a:schemeClr val="tx1"/>
              </a:solidFill>
            </a:rPr>
            <a:t> NĐ06</a:t>
          </a:r>
        </a:p>
      </dgm:t>
    </dgm:pt>
    <dgm:pt modelId="{08270A38-E1E1-4B7A-95C0-43ABF45B7A5B}" type="parTrans" cxnId="{A8AF4839-42D7-4FEF-AA66-EB8DC17F69D7}">
      <dgm:prSet/>
      <dgm:spPr/>
      <dgm:t>
        <a:bodyPr/>
        <a:lstStyle/>
        <a:p>
          <a:endParaRPr lang="en-US"/>
        </a:p>
      </dgm:t>
    </dgm:pt>
    <dgm:pt modelId="{B3830851-8AE2-4DC6-8F29-37C3377F4001}" type="sibTrans" cxnId="{A8AF4839-42D7-4FEF-AA66-EB8DC17F69D7}">
      <dgm:prSet/>
      <dgm:spPr/>
      <dgm:t>
        <a:bodyPr/>
        <a:lstStyle/>
        <a:p>
          <a:endParaRPr lang="en-US"/>
        </a:p>
      </dgm:t>
    </dgm:pt>
    <dgm:pt modelId="{18222396-F725-4879-94E3-D8EECF8EE233}">
      <dgm:prSet phldrT="[Text]"/>
      <dgm:spPr/>
      <dgm:t>
        <a:bodyPr/>
        <a:lstStyle/>
        <a:p>
          <a:r>
            <a:rPr lang="en-US" dirty="0" err="1"/>
            <a:t>Tự</a:t>
          </a:r>
          <a:r>
            <a:rPr lang="en-US" dirty="0"/>
            <a:t> </a:t>
          </a:r>
          <a:r>
            <a:rPr lang="en-US" dirty="0" err="1"/>
            <a:t>nguyện</a:t>
          </a:r>
          <a:endParaRPr lang="en-US" dirty="0"/>
        </a:p>
      </dgm:t>
    </dgm:pt>
    <dgm:pt modelId="{34876994-3018-427F-ABD1-57F511FB0F02}" type="parTrans" cxnId="{83CF09AD-361F-47CC-AE5C-D2B16CD6FE63}">
      <dgm:prSet/>
      <dgm:spPr/>
      <dgm:t>
        <a:bodyPr/>
        <a:lstStyle/>
        <a:p>
          <a:endParaRPr lang="en-US"/>
        </a:p>
      </dgm:t>
    </dgm:pt>
    <dgm:pt modelId="{A5928D3A-97F2-4990-9F46-9962F88C41E0}" type="sibTrans" cxnId="{83CF09AD-361F-47CC-AE5C-D2B16CD6FE63}">
      <dgm:prSet/>
      <dgm:spPr/>
      <dgm:t>
        <a:bodyPr/>
        <a:lstStyle/>
        <a:p>
          <a:endParaRPr lang="en-US"/>
        </a:p>
      </dgm:t>
    </dgm:pt>
    <dgm:pt modelId="{2029D84B-884C-4F2F-8FDA-1B99BB06D5CE}">
      <dgm:prSet phldrT="[Text]"/>
      <dgm:spPr/>
      <dgm:t>
        <a:bodyPr/>
        <a:lstStyle/>
        <a:p>
          <a:r>
            <a:rPr lang="en-US" dirty="0" err="1"/>
            <a:t>Quốc</a:t>
          </a:r>
          <a:r>
            <a:rPr lang="en-US" dirty="0"/>
            <a:t> tế</a:t>
          </a:r>
        </a:p>
      </dgm:t>
    </dgm:pt>
    <dgm:pt modelId="{D6F9194A-B423-4935-BC4D-53B8B7E89C4B}" type="parTrans" cxnId="{3BCDE642-CC20-48E1-B355-5E7C849963C2}">
      <dgm:prSet/>
      <dgm:spPr/>
      <dgm:t>
        <a:bodyPr/>
        <a:lstStyle/>
        <a:p>
          <a:endParaRPr lang="en-US"/>
        </a:p>
      </dgm:t>
    </dgm:pt>
    <dgm:pt modelId="{CDAB6DEF-55B3-4127-B02D-C098565D480C}" type="sibTrans" cxnId="{3BCDE642-CC20-48E1-B355-5E7C849963C2}">
      <dgm:prSet/>
      <dgm:spPr/>
      <dgm:t>
        <a:bodyPr/>
        <a:lstStyle/>
        <a:p>
          <a:endParaRPr lang="en-US"/>
        </a:p>
      </dgm:t>
    </dgm:pt>
    <dgm:pt modelId="{D50CFB95-71C3-47D7-AC0D-4ADA0DDE9DDB}">
      <dgm:prSet phldrT="[Text]"/>
      <dgm:spPr/>
      <dgm:t>
        <a:bodyPr/>
        <a:lstStyle/>
        <a:p>
          <a:r>
            <a:rPr lang="en-US" dirty="0" err="1"/>
            <a:t>Tự</a:t>
          </a:r>
          <a:r>
            <a:rPr lang="en-US" dirty="0"/>
            <a:t> </a:t>
          </a:r>
          <a:r>
            <a:rPr lang="en-US" dirty="0" err="1"/>
            <a:t>nguyện</a:t>
          </a:r>
          <a:endParaRPr lang="en-US" dirty="0"/>
        </a:p>
      </dgm:t>
    </dgm:pt>
    <dgm:pt modelId="{F08DF864-ED78-4D3A-88D6-AFB3761E46C1}" type="parTrans" cxnId="{92850D57-6F78-4367-AAAF-EFBBFBED5E45}">
      <dgm:prSet/>
      <dgm:spPr/>
      <dgm:t>
        <a:bodyPr/>
        <a:lstStyle/>
        <a:p>
          <a:endParaRPr lang="en-US"/>
        </a:p>
      </dgm:t>
    </dgm:pt>
    <dgm:pt modelId="{BD12074B-4521-461C-9BD4-43A0DD4B2D0F}" type="sibTrans" cxnId="{92850D57-6F78-4367-AAAF-EFBBFBED5E45}">
      <dgm:prSet/>
      <dgm:spPr/>
      <dgm:t>
        <a:bodyPr/>
        <a:lstStyle/>
        <a:p>
          <a:endParaRPr lang="en-US"/>
        </a:p>
      </dgm:t>
    </dgm:pt>
    <dgm:pt modelId="{008B9E6F-4A33-4C38-A798-AA0500AB0FC3}">
      <dgm:prSet phldrT="[Text]"/>
      <dgm:spPr/>
      <dgm:t>
        <a:bodyPr/>
        <a:lstStyle/>
        <a:p>
          <a:r>
            <a:rPr lang="en-US" dirty="0"/>
            <a:t>Thị </a:t>
          </a:r>
          <a:r>
            <a:rPr lang="en-US" dirty="0" err="1"/>
            <a:t>trường</a:t>
          </a:r>
          <a:endParaRPr lang="en-US" dirty="0"/>
        </a:p>
      </dgm:t>
    </dgm:pt>
    <dgm:pt modelId="{0A39645E-3D44-4661-91FA-1D2219B2DED4}" type="parTrans" cxnId="{F72256C1-AA5C-4723-879C-BC9D48F8E6C7}">
      <dgm:prSet/>
      <dgm:spPr/>
      <dgm:t>
        <a:bodyPr/>
        <a:lstStyle/>
        <a:p>
          <a:endParaRPr lang="en-US"/>
        </a:p>
      </dgm:t>
    </dgm:pt>
    <dgm:pt modelId="{9527C0A0-F57B-4BDD-B5B2-FD966040FFE1}" type="sibTrans" cxnId="{F72256C1-AA5C-4723-879C-BC9D48F8E6C7}">
      <dgm:prSet/>
      <dgm:spPr/>
      <dgm:t>
        <a:bodyPr/>
        <a:lstStyle/>
        <a:p>
          <a:endParaRPr lang="en-US"/>
        </a:p>
      </dgm:t>
    </dgm:pt>
    <dgm:pt modelId="{26C4B575-6CCF-46AD-898A-1D5E772093D7}">
      <dgm:prSet phldrT="[Text]"/>
      <dgm:spPr/>
      <dgm:t>
        <a:bodyPr/>
        <a:lstStyle/>
        <a:p>
          <a:r>
            <a:rPr lang="en-US" dirty="0"/>
            <a:t>Quy mô</a:t>
          </a:r>
        </a:p>
      </dgm:t>
    </dgm:pt>
    <dgm:pt modelId="{8F54DCEE-D35D-4D10-8473-31A5A2EB8A4D}" type="parTrans" cxnId="{DD5DE8A8-B926-4135-A91A-8EB92CF13162}">
      <dgm:prSet/>
      <dgm:spPr/>
      <dgm:t>
        <a:bodyPr/>
        <a:lstStyle/>
        <a:p>
          <a:endParaRPr lang="en-US"/>
        </a:p>
      </dgm:t>
    </dgm:pt>
    <dgm:pt modelId="{6D1BF5BB-4672-4D7E-B055-6132C0BCE8D3}" type="sibTrans" cxnId="{DD5DE8A8-B926-4135-A91A-8EB92CF13162}">
      <dgm:prSet/>
      <dgm:spPr/>
      <dgm:t>
        <a:bodyPr/>
        <a:lstStyle/>
        <a:p>
          <a:endParaRPr lang="en-US"/>
        </a:p>
      </dgm:t>
    </dgm:pt>
    <dgm:pt modelId="{70F101BD-CC1A-471B-97F4-139EF553166D}">
      <dgm:prSet phldrT="[Text]"/>
      <dgm:spPr/>
      <dgm:t>
        <a:bodyPr/>
        <a:lstStyle/>
        <a:p>
          <a:r>
            <a:rPr lang="en-US" dirty="0"/>
            <a:t>Loại </a:t>
          </a:r>
          <a:r>
            <a:rPr lang="en-US" dirty="0" err="1"/>
            <a:t>cơ</a:t>
          </a:r>
          <a:r>
            <a:rPr lang="en-US" dirty="0"/>
            <a:t> chế</a:t>
          </a:r>
        </a:p>
      </dgm:t>
    </dgm:pt>
    <dgm:pt modelId="{7E967309-1CAB-4599-B156-12AF70D5E6A3}" type="parTrans" cxnId="{A32E31CD-51AC-4610-986E-A0033A2F69C6}">
      <dgm:prSet/>
      <dgm:spPr/>
      <dgm:t>
        <a:bodyPr/>
        <a:lstStyle/>
        <a:p>
          <a:endParaRPr lang="en-US"/>
        </a:p>
      </dgm:t>
    </dgm:pt>
    <dgm:pt modelId="{3D5EAA5E-858C-4A96-9D0A-114531B17E06}" type="sibTrans" cxnId="{A32E31CD-51AC-4610-986E-A0033A2F69C6}">
      <dgm:prSet/>
      <dgm:spPr/>
      <dgm:t>
        <a:bodyPr/>
        <a:lstStyle/>
        <a:p>
          <a:endParaRPr lang="en-US"/>
        </a:p>
      </dgm:t>
    </dgm:pt>
    <dgm:pt modelId="{DA600968-D409-48D7-8205-9456416B5C16}">
      <dgm:prSet phldrT="[Text]"/>
      <dgm:spPr/>
      <dgm:t>
        <a:bodyPr/>
        <a:lstStyle/>
        <a:p>
          <a:r>
            <a:rPr lang="en-US" dirty="0"/>
            <a:t>Đối tượng</a:t>
          </a:r>
        </a:p>
      </dgm:t>
    </dgm:pt>
    <dgm:pt modelId="{E06A1626-A1DC-4B14-A518-BCB63920132E}" type="parTrans" cxnId="{382A79B3-B9E0-4A77-9EE8-F3C758EE7693}">
      <dgm:prSet/>
      <dgm:spPr/>
      <dgm:t>
        <a:bodyPr/>
        <a:lstStyle/>
        <a:p>
          <a:endParaRPr lang="en-US"/>
        </a:p>
      </dgm:t>
    </dgm:pt>
    <dgm:pt modelId="{A0D79CDF-8BBB-4DD8-A085-9BDF5BEB7361}" type="sibTrans" cxnId="{382A79B3-B9E0-4A77-9EE8-F3C758EE7693}">
      <dgm:prSet/>
      <dgm:spPr/>
      <dgm:t>
        <a:bodyPr/>
        <a:lstStyle/>
        <a:p>
          <a:endParaRPr lang="en-US"/>
        </a:p>
      </dgm:t>
    </dgm:pt>
    <dgm:pt modelId="{326A1B6D-661E-46E2-BA12-D6FE616DA0A9}">
      <dgm:prSet phldrT="[Text]"/>
      <dgm:spPr/>
      <dgm:t>
        <a:bodyPr/>
        <a:lstStyle/>
        <a:p>
          <a:r>
            <a:rPr lang="en-US" dirty="0"/>
            <a:t>Công ty </a:t>
          </a:r>
          <a:r>
            <a:rPr lang="en-US" dirty="0" err="1"/>
            <a:t>phát</a:t>
          </a:r>
          <a:r>
            <a:rPr lang="en-US" dirty="0"/>
            <a:t> thải KNK VN (QĐ 01)</a:t>
          </a:r>
        </a:p>
      </dgm:t>
    </dgm:pt>
    <dgm:pt modelId="{B72EE1E5-C5A4-48D2-B984-78DFC9C3EA3B}" type="parTrans" cxnId="{A3D75866-5D71-4E36-9BC4-1C2FF570BA8A}">
      <dgm:prSet/>
      <dgm:spPr/>
      <dgm:t>
        <a:bodyPr/>
        <a:lstStyle/>
        <a:p>
          <a:endParaRPr lang="en-US"/>
        </a:p>
      </dgm:t>
    </dgm:pt>
    <dgm:pt modelId="{79F595CD-28C5-4967-B614-9438129BEDEE}" type="sibTrans" cxnId="{A3D75866-5D71-4E36-9BC4-1C2FF570BA8A}">
      <dgm:prSet/>
      <dgm:spPr/>
      <dgm:t>
        <a:bodyPr/>
        <a:lstStyle/>
        <a:p>
          <a:endParaRPr lang="en-US"/>
        </a:p>
      </dgm:t>
    </dgm:pt>
    <dgm:pt modelId="{AAA9306E-7AAF-4899-B3E1-C43CBEBF2772}">
      <dgm:prSet phldrT="[Text]"/>
      <dgm:spPr/>
      <dgm:t>
        <a:bodyPr/>
        <a:lstStyle/>
        <a:p>
          <a:r>
            <a:rPr lang="en-US" dirty="0"/>
            <a:t>Công ty </a:t>
          </a:r>
          <a:r>
            <a:rPr lang="en-US" dirty="0" err="1"/>
            <a:t>phát</a:t>
          </a:r>
          <a:r>
            <a:rPr lang="en-US" dirty="0"/>
            <a:t> thải KNK</a:t>
          </a:r>
        </a:p>
      </dgm:t>
    </dgm:pt>
    <dgm:pt modelId="{55CD8AA3-2A15-42A1-ABB2-A2B23F8221DA}" type="parTrans" cxnId="{92148695-631A-428D-B8A2-296F10630023}">
      <dgm:prSet/>
      <dgm:spPr/>
      <dgm:t>
        <a:bodyPr/>
        <a:lstStyle/>
        <a:p>
          <a:endParaRPr lang="en-US"/>
        </a:p>
      </dgm:t>
    </dgm:pt>
    <dgm:pt modelId="{9B668C2C-3A95-4DA6-80F0-6B2BDBECA6AF}" type="sibTrans" cxnId="{92148695-631A-428D-B8A2-296F10630023}">
      <dgm:prSet/>
      <dgm:spPr/>
      <dgm:t>
        <a:bodyPr/>
        <a:lstStyle/>
        <a:p>
          <a:endParaRPr lang="en-US"/>
        </a:p>
      </dgm:t>
    </dgm:pt>
    <dgm:pt modelId="{FD79C69C-345B-45E5-8DAE-E441CC9495FB}">
      <dgm:prSet phldrT="[Text]"/>
      <dgm:spPr/>
      <dgm:t>
        <a:bodyPr/>
        <a:lstStyle/>
        <a:p>
          <a:r>
            <a:rPr lang="en-US" dirty="0" err="1"/>
            <a:t>Tổ</a:t>
          </a:r>
          <a:r>
            <a:rPr lang="en-US" dirty="0"/>
            <a:t> </a:t>
          </a:r>
          <a:r>
            <a:rPr lang="en-US" dirty="0" err="1"/>
            <a:t>chức</a:t>
          </a:r>
          <a:r>
            <a:rPr lang="en-US" dirty="0"/>
            <a:t> </a:t>
          </a:r>
          <a:r>
            <a:rPr lang="en-US" dirty="0" err="1"/>
            <a:t>quốc</a:t>
          </a:r>
          <a:r>
            <a:rPr lang="en-US" dirty="0"/>
            <a:t> tế </a:t>
          </a:r>
          <a:r>
            <a:rPr lang="en-US" dirty="0" err="1"/>
            <a:t>đầu</a:t>
          </a:r>
          <a:r>
            <a:rPr lang="en-US" dirty="0"/>
            <a:t> </a:t>
          </a:r>
          <a:r>
            <a:rPr lang="en-US" dirty="0" err="1"/>
            <a:t>tư</a:t>
          </a:r>
          <a:r>
            <a:rPr lang="en-US" dirty="0"/>
            <a:t> </a:t>
          </a:r>
          <a:r>
            <a:rPr lang="en-US" dirty="0" err="1"/>
            <a:t>giảm</a:t>
          </a:r>
          <a:r>
            <a:rPr lang="en-US" dirty="0"/>
            <a:t> </a:t>
          </a:r>
          <a:r>
            <a:rPr lang="en-US" dirty="0" err="1"/>
            <a:t>phát</a:t>
          </a:r>
          <a:r>
            <a:rPr lang="en-US" dirty="0"/>
            <a:t> thải LN</a:t>
          </a:r>
        </a:p>
      </dgm:t>
    </dgm:pt>
    <dgm:pt modelId="{CDBA2BE2-DFDC-4F4B-B686-ECCF2B558839}" type="parTrans" cxnId="{1F1C85E8-B5E6-424B-8680-3740E4CA1793}">
      <dgm:prSet/>
      <dgm:spPr/>
      <dgm:t>
        <a:bodyPr/>
        <a:lstStyle/>
        <a:p>
          <a:endParaRPr lang="en-US"/>
        </a:p>
      </dgm:t>
    </dgm:pt>
    <dgm:pt modelId="{9472E5A2-4DEE-4600-ABFC-EFFE858B3FC2}" type="sibTrans" cxnId="{1F1C85E8-B5E6-424B-8680-3740E4CA1793}">
      <dgm:prSet/>
      <dgm:spPr/>
      <dgm:t>
        <a:bodyPr/>
        <a:lstStyle/>
        <a:p>
          <a:endParaRPr lang="en-US"/>
        </a:p>
      </dgm:t>
    </dgm:pt>
    <dgm:pt modelId="{B397D1C1-992D-4B62-B0FB-3DA1E02FBE74}">
      <dgm:prSet phldrT="[Text]"/>
      <dgm:spPr/>
      <dgm:t>
        <a:bodyPr/>
        <a:lstStyle/>
        <a:p>
          <a:r>
            <a:rPr lang="en-US" dirty="0"/>
            <a:t>Công ty nước ngoài </a:t>
          </a:r>
          <a:r>
            <a:rPr lang="en-US" dirty="0" err="1"/>
            <a:t>đầu</a:t>
          </a:r>
          <a:r>
            <a:rPr lang="en-US" dirty="0"/>
            <a:t> </a:t>
          </a:r>
          <a:r>
            <a:rPr lang="en-US" dirty="0" err="1"/>
            <a:t>tư</a:t>
          </a:r>
          <a:r>
            <a:rPr lang="en-US" dirty="0"/>
            <a:t> </a:t>
          </a:r>
          <a:r>
            <a:rPr lang="en-US" dirty="0" err="1"/>
            <a:t>mua</a:t>
          </a:r>
          <a:r>
            <a:rPr lang="en-US" dirty="0"/>
            <a:t> tín </a:t>
          </a:r>
          <a:r>
            <a:rPr lang="en-US" dirty="0" err="1"/>
            <a:t>chỉ</a:t>
          </a:r>
          <a:endParaRPr lang="en-US" dirty="0"/>
        </a:p>
      </dgm:t>
    </dgm:pt>
    <dgm:pt modelId="{6177438B-242A-4C21-9447-5D97AA77865E}" type="parTrans" cxnId="{65B3B2DF-68C0-49E6-A474-03EE909A83DC}">
      <dgm:prSet/>
      <dgm:spPr/>
      <dgm:t>
        <a:bodyPr/>
        <a:lstStyle/>
        <a:p>
          <a:endParaRPr lang="en-US"/>
        </a:p>
      </dgm:t>
    </dgm:pt>
    <dgm:pt modelId="{E6930C1A-F4D5-4BD2-960D-02BCD8CD424D}" type="sibTrans" cxnId="{65B3B2DF-68C0-49E6-A474-03EE909A83DC}">
      <dgm:prSet/>
      <dgm:spPr/>
      <dgm:t>
        <a:bodyPr/>
        <a:lstStyle/>
        <a:p>
          <a:endParaRPr lang="en-US"/>
        </a:p>
      </dgm:t>
    </dgm:pt>
    <dgm:pt modelId="{46D0549D-20B8-4045-B5D1-B43F08ABEEEB}" type="pres">
      <dgm:prSet presAssocID="{6A09B7B8-D0AD-43B0-B526-791586CF850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2929E6E-9E28-4755-9F88-A5A791CB40ED}" type="pres">
      <dgm:prSet presAssocID="{6A09B7B8-D0AD-43B0-B526-791586CF8503}" presName="hierFlow" presStyleCnt="0"/>
      <dgm:spPr/>
    </dgm:pt>
    <dgm:pt modelId="{00FB181D-475E-4C6A-B2B0-D6F2E7E97F80}" type="pres">
      <dgm:prSet presAssocID="{6A09B7B8-D0AD-43B0-B526-791586CF8503}" presName="firstBuf" presStyleCnt="0"/>
      <dgm:spPr/>
    </dgm:pt>
    <dgm:pt modelId="{78FCEBCC-5737-4EA6-92E2-5206FCD8E95B}" type="pres">
      <dgm:prSet presAssocID="{6A09B7B8-D0AD-43B0-B526-791586CF850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81DBDFF-2323-499C-A606-2FF097F02FF3}" type="pres">
      <dgm:prSet presAssocID="{5F72E2C3-ECFC-4EA4-BF5C-2FDCECBAB7D6}" presName="Name14" presStyleCnt="0"/>
      <dgm:spPr/>
    </dgm:pt>
    <dgm:pt modelId="{8A2E9E91-FA59-40FC-80E9-A4DED4E36CD1}" type="pres">
      <dgm:prSet presAssocID="{5F72E2C3-ECFC-4EA4-BF5C-2FDCECBAB7D6}" presName="level1Shape" presStyleLbl="node0" presStyleIdx="0" presStyleCnt="1" custScaleX="206372">
        <dgm:presLayoutVars>
          <dgm:chPref val="3"/>
        </dgm:presLayoutVars>
      </dgm:prSet>
      <dgm:spPr/>
    </dgm:pt>
    <dgm:pt modelId="{1099CAD7-2B27-42C7-87B7-15BBCACD86DA}" type="pres">
      <dgm:prSet presAssocID="{5F72E2C3-ECFC-4EA4-BF5C-2FDCECBAB7D6}" presName="hierChild2" presStyleCnt="0"/>
      <dgm:spPr/>
    </dgm:pt>
    <dgm:pt modelId="{BD6DA6A8-A8E0-476A-A8CB-4AABA472FC28}" type="pres">
      <dgm:prSet presAssocID="{049C9713-F260-492F-A31C-5F71ACE3E5AF}" presName="Name19" presStyleLbl="parChTrans1D2" presStyleIdx="0" presStyleCnt="2"/>
      <dgm:spPr/>
    </dgm:pt>
    <dgm:pt modelId="{44C1EAB6-4B62-4848-9AE3-3BBB74CB4BE3}" type="pres">
      <dgm:prSet presAssocID="{33C138B7-6E88-4E36-ADCC-AF75B3D20C04}" presName="Name21" presStyleCnt="0"/>
      <dgm:spPr/>
    </dgm:pt>
    <dgm:pt modelId="{52404C80-943D-417F-9330-8D2B86BDA891}" type="pres">
      <dgm:prSet presAssocID="{33C138B7-6E88-4E36-ADCC-AF75B3D20C04}" presName="level2Shape" presStyleLbl="node2" presStyleIdx="0" presStyleCnt="2"/>
      <dgm:spPr/>
    </dgm:pt>
    <dgm:pt modelId="{FD4DE539-280F-4D20-8997-A6FD86EE94F5}" type="pres">
      <dgm:prSet presAssocID="{33C138B7-6E88-4E36-ADCC-AF75B3D20C04}" presName="hierChild3" presStyleCnt="0"/>
      <dgm:spPr/>
    </dgm:pt>
    <dgm:pt modelId="{5809CA99-7729-4F98-B1A7-BEF9FEC7AC8E}" type="pres">
      <dgm:prSet presAssocID="{08270A38-E1E1-4B7A-95C0-43ABF45B7A5B}" presName="Name19" presStyleLbl="parChTrans1D3" presStyleIdx="0" presStyleCnt="3"/>
      <dgm:spPr/>
    </dgm:pt>
    <dgm:pt modelId="{DCA6CD14-90BE-4B0E-958B-3D8C2806817C}" type="pres">
      <dgm:prSet presAssocID="{5642244F-112B-4055-BA01-BB4F2AC2195D}" presName="Name21" presStyleCnt="0"/>
      <dgm:spPr/>
    </dgm:pt>
    <dgm:pt modelId="{BBDF8CD7-6336-491F-99C8-2704B1B52B8F}" type="pres">
      <dgm:prSet presAssocID="{5642244F-112B-4055-BA01-BB4F2AC2195D}" presName="level2Shape" presStyleLbl="node3" presStyleIdx="0" presStyleCnt="3"/>
      <dgm:spPr/>
    </dgm:pt>
    <dgm:pt modelId="{10BC64CD-77D8-4144-8D1A-AC2C3D81442C}" type="pres">
      <dgm:prSet presAssocID="{5642244F-112B-4055-BA01-BB4F2AC2195D}" presName="hierChild3" presStyleCnt="0"/>
      <dgm:spPr/>
    </dgm:pt>
    <dgm:pt modelId="{899A4F01-8D8F-4A6F-8B62-6A93B463B80D}" type="pres">
      <dgm:prSet presAssocID="{B72EE1E5-C5A4-48D2-B984-78DFC9C3EA3B}" presName="Name19" presStyleLbl="parChTrans1D4" presStyleIdx="0" presStyleCnt="4"/>
      <dgm:spPr/>
    </dgm:pt>
    <dgm:pt modelId="{35828153-5E41-4902-AA18-5DDB6022905E}" type="pres">
      <dgm:prSet presAssocID="{326A1B6D-661E-46E2-BA12-D6FE616DA0A9}" presName="Name21" presStyleCnt="0"/>
      <dgm:spPr/>
    </dgm:pt>
    <dgm:pt modelId="{266E7E37-704A-4A61-B76D-FA13A64B80E6}" type="pres">
      <dgm:prSet presAssocID="{326A1B6D-661E-46E2-BA12-D6FE616DA0A9}" presName="level2Shape" presStyleLbl="node4" presStyleIdx="0" presStyleCnt="4"/>
      <dgm:spPr/>
    </dgm:pt>
    <dgm:pt modelId="{C87A9532-0BD0-44AB-B768-1B677D7008C6}" type="pres">
      <dgm:prSet presAssocID="{326A1B6D-661E-46E2-BA12-D6FE616DA0A9}" presName="hierChild3" presStyleCnt="0"/>
      <dgm:spPr/>
    </dgm:pt>
    <dgm:pt modelId="{650EC50D-2FB7-4ADD-A2E4-B686599EE393}" type="pres">
      <dgm:prSet presAssocID="{34876994-3018-427F-ABD1-57F511FB0F02}" presName="Name19" presStyleLbl="parChTrans1D3" presStyleIdx="1" presStyleCnt="3"/>
      <dgm:spPr/>
    </dgm:pt>
    <dgm:pt modelId="{91359760-2C66-4EDB-A7E7-F426C94DC4CE}" type="pres">
      <dgm:prSet presAssocID="{18222396-F725-4879-94E3-D8EECF8EE233}" presName="Name21" presStyleCnt="0"/>
      <dgm:spPr/>
    </dgm:pt>
    <dgm:pt modelId="{AAD2494A-F5FA-4A60-B2CC-2CE3E9BB30DE}" type="pres">
      <dgm:prSet presAssocID="{18222396-F725-4879-94E3-D8EECF8EE233}" presName="level2Shape" presStyleLbl="node3" presStyleIdx="1" presStyleCnt="3"/>
      <dgm:spPr/>
    </dgm:pt>
    <dgm:pt modelId="{1B6311A2-E858-4672-82C9-9358944BD96A}" type="pres">
      <dgm:prSet presAssocID="{18222396-F725-4879-94E3-D8EECF8EE233}" presName="hierChild3" presStyleCnt="0"/>
      <dgm:spPr/>
    </dgm:pt>
    <dgm:pt modelId="{7A133809-9D7B-4322-A2B1-B58BF17A8FBC}" type="pres">
      <dgm:prSet presAssocID="{55CD8AA3-2A15-42A1-ABB2-A2B23F8221DA}" presName="Name19" presStyleLbl="parChTrans1D4" presStyleIdx="1" presStyleCnt="4"/>
      <dgm:spPr/>
    </dgm:pt>
    <dgm:pt modelId="{B83074D7-427C-4888-8442-16A6C142BCEE}" type="pres">
      <dgm:prSet presAssocID="{AAA9306E-7AAF-4899-B3E1-C43CBEBF2772}" presName="Name21" presStyleCnt="0"/>
      <dgm:spPr/>
    </dgm:pt>
    <dgm:pt modelId="{BB7C279F-ACA1-4CCF-98BC-1DC01723928A}" type="pres">
      <dgm:prSet presAssocID="{AAA9306E-7AAF-4899-B3E1-C43CBEBF2772}" presName="level2Shape" presStyleLbl="node4" presStyleIdx="1" presStyleCnt="4"/>
      <dgm:spPr/>
    </dgm:pt>
    <dgm:pt modelId="{C5B24B3C-A24C-4F4F-A472-404EE5193FAB}" type="pres">
      <dgm:prSet presAssocID="{AAA9306E-7AAF-4899-B3E1-C43CBEBF2772}" presName="hierChild3" presStyleCnt="0"/>
      <dgm:spPr/>
    </dgm:pt>
    <dgm:pt modelId="{D7E6DC00-0E17-49CD-97CC-A20E6FBDA611}" type="pres">
      <dgm:prSet presAssocID="{D6F9194A-B423-4935-BC4D-53B8B7E89C4B}" presName="Name19" presStyleLbl="parChTrans1D2" presStyleIdx="1" presStyleCnt="2"/>
      <dgm:spPr/>
    </dgm:pt>
    <dgm:pt modelId="{B9FD1B00-8ABE-4483-A499-68D6122CAA61}" type="pres">
      <dgm:prSet presAssocID="{2029D84B-884C-4F2F-8FDA-1B99BB06D5CE}" presName="Name21" presStyleCnt="0"/>
      <dgm:spPr/>
    </dgm:pt>
    <dgm:pt modelId="{603CB968-6D76-4A2A-A6A5-BB23AD6B4958}" type="pres">
      <dgm:prSet presAssocID="{2029D84B-884C-4F2F-8FDA-1B99BB06D5CE}" presName="level2Shape" presStyleLbl="node2" presStyleIdx="1" presStyleCnt="2"/>
      <dgm:spPr/>
    </dgm:pt>
    <dgm:pt modelId="{4CFFA536-2A96-46DE-A987-E7F35ED28789}" type="pres">
      <dgm:prSet presAssocID="{2029D84B-884C-4F2F-8FDA-1B99BB06D5CE}" presName="hierChild3" presStyleCnt="0"/>
      <dgm:spPr/>
    </dgm:pt>
    <dgm:pt modelId="{C8BC3807-8581-4A35-8A00-68CC6824EEAD}" type="pres">
      <dgm:prSet presAssocID="{F08DF864-ED78-4D3A-88D6-AFB3761E46C1}" presName="Name19" presStyleLbl="parChTrans1D3" presStyleIdx="2" presStyleCnt="3"/>
      <dgm:spPr/>
    </dgm:pt>
    <dgm:pt modelId="{F37808A4-E63B-4B64-9A26-48B7683AA7B5}" type="pres">
      <dgm:prSet presAssocID="{D50CFB95-71C3-47D7-AC0D-4ADA0DDE9DDB}" presName="Name21" presStyleCnt="0"/>
      <dgm:spPr/>
    </dgm:pt>
    <dgm:pt modelId="{D4779E72-27ED-4E5B-9630-F26275F81919}" type="pres">
      <dgm:prSet presAssocID="{D50CFB95-71C3-47D7-AC0D-4ADA0DDE9DDB}" presName="level2Shape" presStyleLbl="node3" presStyleIdx="2" presStyleCnt="3"/>
      <dgm:spPr/>
    </dgm:pt>
    <dgm:pt modelId="{B8AD9055-AEB2-423E-8726-C063B6626448}" type="pres">
      <dgm:prSet presAssocID="{D50CFB95-71C3-47D7-AC0D-4ADA0DDE9DDB}" presName="hierChild3" presStyleCnt="0"/>
      <dgm:spPr/>
    </dgm:pt>
    <dgm:pt modelId="{FC213588-311A-4CB6-AB1A-5C8A1CFDA1B0}" type="pres">
      <dgm:prSet presAssocID="{CDBA2BE2-DFDC-4F4B-B686-ECCF2B558839}" presName="Name19" presStyleLbl="parChTrans1D4" presStyleIdx="2" presStyleCnt="4"/>
      <dgm:spPr/>
    </dgm:pt>
    <dgm:pt modelId="{F39B533A-C048-4F00-B096-8D6D84BC6A42}" type="pres">
      <dgm:prSet presAssocID="{FD79C69C-345B-45E5-8DAE-E441CC9495FB}" presName="Name21" presStyleCnt="0"/>
      <dgm:spPr/>
    </dgm:pt>
    <dgm:pt modelId="{46317919-0AEC-4527-B61B-0C21599F786D}" type="pres">
      <dgm:prSet presAssocID="{FD79C69C-345B-45E5-8DAE-E441CC9495FB}" presName="level2Shape" presStyleLbl="node4" presStyleIdx="2" presStyleCnt="4"/>
      <dgm:spPr/>
    </dgm:pt>
    <dgm:pt modelId="{C6F38EF5-84F7-4EF4-B5C6-86A68C0054B9}" type="pres">
      <dgm:prSet presAssocID="{FD79C69C-345B-45E5-8DAE-E441CC9495FB}" presName="hierChild3" presStyleCnt="0"/>
      <dgm:spPr/>
    </dgm:pt>
    <dgm:pt modelId="{1B809A4B-8E4B-420B-AA62-864629EF634B}" type="pres">
      <dgm:prSet presAssocID="{6177438B-242A-4C21-9447-5D97AA77865E}" presName="Name19" presStyleLbl="parChTrans1D4" presStyleIdx="3" presStyleCnt="4"/>
      <dgm:spPr/>
    </dgm:pt>
    <dgm:pt modelId="{3F89A0D5-C45A-4B71-8852-6E0CC2102621}" type="pres">
      <dgm:prSet presAssocID="{B397D1C1-992D-4B62-B0FB-3DA1E02FBE74}" presName="Name21" presStyleCnt="0"/>
      <dgm:spPr/>
    </dgm:pt>
    <dgm:pt modelId="{6B5CF15E-8D6C-433D-BCB3-F161DCB8EC4F}" type="pres">
      <dgm:prSet presAssocID="{B397D1C1-992D-4B62-B0FB-3DA1E02FBE74}" presName="level2Shape" presStyleLbl="node4" presStyleIdx="3" presStyleCnt="4"/>
      <dgm:spPr/>
    </dgm:pt>
    <dgm:pt modelId="{E9DDCF4B-FD80-4195-AA81-509AF2624576}" type="pres">
      <dgm:prSet presAssocID="{B397D1C1-992D-4B62-B0FB-3DA1E02FBE74}" presName="hierChild3" presStyleCnt="0"/>
      <dgm:spPr/>
    </dgm:pt>
    <dgm:pt modelId="{CBD29ADC-59E3-4E47-B632-7D89C37E1DD8}" type="pres">
      <dgm:prSet presAssocID="{6A09B7B8-D0AD-43B0-B526-791586CF8503}" presName="bgShapesFlow" presStyleCnt="0"/>
      <dgm:spPr/>
    </dgm:pt>
    <dgm:pt modelId="{2AB0BB78-60A5-4B6C-A83A-ED5FB392C8A3}" type="pres">
      <dgm:prSet presAssocID="{008B9E6F-4A33-4C38-A798-AA0500AB0FC3}" presName="rectComp" presStyleCnt="0"/>
      <dgm:spPr/>
    </dgm:pt>
    <dgm:pt modelId="{70491A69-D387-45A5-84F1-26D36A971862}" type="pres">
      <dgm:prSet presAssocID="{008B9E6F-4A33-4C38-A798-AA0500AB0FC3}" presName="bgRect" presStyleLbl="bgShp" presStyleIdx="0" presStyleCnt="4"/>
      <dgm:spPr/>
    </dgm:pt>
    <dgm:pt modelId="{BFDD1AFE-1321-404D-8375-6C2E4FD88303}" type="pres">
      <dgm:prSet presAssocID="{008B9E6F-4A33-4C38-A798-AA0500AB0FC3}" presName="bgRectTx" presStyleLbl="bgShp" presStyleIdx="0" presStyleCnt="4">
        <dgm:presLayoutVars>
          <dgm:bulletEnabled val="1"/>
        </dgm:presLayoutVars>
      </dgm:prSet>
      <dgm:spPr/>
    </dgm:pt>
    <dgm:pt modelId="{51E2AEEC-E04A-466E-B973-E7499BFAE94E}" type="pres">
      <dgm:prSet presAssocID="{008B9E6F-4A33-4C38-A798-AA0500AB0FC3}" presName="spComp" presStyleCnt="0"/>
      <dgm:spPr/>
    </dgm:pt>
    <dgm:pt modelId="{81BDB413-DB8D-49BB-BB13-A68E7F15C79E}" type="pres">
      <dgm:prSet presAssocID="{008B9E6F-4A33-4C38-A798-AA0500AB0FC3}" presName="vSp" presStyleCnt="0"/>
      <dgm:spPr/>
    </dgm:pt>
    <dgm:pt modelId="{A99577D4-4B54-4AD7-AE9F-CAC1ED7C2724}" type="pres">
      <dgm:prSet presAssocID="{26C4B575-6CCF-46AD-898A-1D5E772093D7}" presName="rectComp" presStyleCnt="0"/>
      <dgm:spPr/>
    </dgm:pt>
    <dgm:pt modelId="{44C0D1EC-D09E-4AC3-A42F-3F7B2C73BC6B}" type="pres">
      <dgm:prSet presAssocID="{26C4B575-6CCF-46AD-898A-1D5E772093D7}" presName="bgRect" presStyleLbl="bgShp" presStyleIdx="1" presStyleCnt="4"/>
      <dgm:spPr/>
    </dgm:pt>
    <dgm:pt modelId="{A5520E36-92B3-4033-83F8-28D5DB7171E8}" type="pres">
      <dgm:prSet presAssocID="{26C4B575-6CCF-46AD-898A-1D5E772093D7}" presName="bgRectTx" presStyleLbl="bgShp" presStyleIdx="1" presStyleCnt="4">
        <dgm:presLayoutVars>
          <dgm:bulletEnabled val="1"/>
        </dgm:presLayoutVars>
      </dgm:prSet>
      <dgm:spPr/>
    </dgm:pt>
    <dgm:pt modelId="{C34A0C4C-FBA4-4096-B586-4D827303305B}" type="pres">
      <dgm:prSet presAssocID="{26C4B575-6CCF-46AD-898A-1D5E772093D7}" presName="spComp" presStyleCnt="0"/>
      <dgm:spPr/>
    </dgm:pt>
    <dgm:pt modelId="{AB671DAB-EE64-42A6-9664-115A5D8CF55E}" type="pres">
      <dgm:prSet presAssocID="{26C4B575-6CCF-46AD-898A-1D5E772093D7}" presName="vSp" presStyleCnt="0"/>
      <dgm:spPr/>
    </dgm:pt>
    <dgm:pt modelId="{F9E8211F-2115-4751-AEB4-C55FB9B09E08}" type="pres">
      <dgm:prSet presAssocID="{70F101BD-CC1A-471B-97F4-139EF553166D}" presName="rectComp" presStyleCnt="0"/>
      <dgm:spPr/>
    </dgm:pt>
    <dgm:pt modelId="{0D2B0A15-352E-4A3F-A46D-1D75FBD7668A}" type="pres">
      <dgm:prSet presAssocID="{70F101BD-CC1A-471B-97F4-139EF553166D}" presName="bgRect" presStyleLbl="bgShp" presStyleIdx="2" presStyleCnt="4"/>
      <dgm:spPr/>
    </dgm:pt>
    <dgm:pt modelId="{A54FA96F-EE50-46A9-868A-E96B29867FA2}" type="pres">
      <dgm:prSet presAssocID="{70F101BD-CC1A-471B-97F4-139EF553166D}" presName="bgRectTx" presStyleLbl="bgShp" presStyleIdx="2" presStyleCnt="4">
        <dgm:presLayoutVars>
          <dgm:bulletEnabled val="1"/>
        </dgm:presLayoutVars>
      </dgm:prSet>
      <dgm:spPr/>
    </dgm:pt>
    <dgm:pt modelId="{43B9761A-1B22-4983-8799-C1352D02FAD1}" type="pres">
      <dgm:prSet presAssocID="{70F101BD-CC1A-471B-97F4-139EF553166D}" presName="spComp" presStyleCnt="0"/>
      <dgm:spPr/>
    </dgm:pt>
    <dgm:pt modelId="{DC0F34D7-BA75-40A9-97BE-DB6DEFAE8A12}" type="pres">
      <dgm:prSet presAssocID="{70F101BD-CC1A-471B-97F4-139EF553166D}" presName="vSp" presStyleCnt="0"/>
      <dgm:spPr/>
    </dgm:pt>
    <dgm:pt modelId="{9FA45E88-8106-4262-83C4-5DECBE27A58B}" type="pres">
      <dgm:prSet presAssocID="{DA600968-D409-48D7-8205-9456416B5C16}" presName="rectComp" presStyleCnt="0"/>
      <dgm:spPr/>
    </dgm:pt>
    <dgm:pt modelId="{F4DA5E8C-4F06-445D-919B-CD759A4CDE3F}" type="pres">
      <dgm:prSet presAssocID="{DA600968-D409-48D7-8205-9456416B5C16}" presName="bgRect" presStyleLbl="bgShp" presStyleIdx="3" presStyleCnt="4"/>
      <dgm:spPr/>
    </dgm:pt>
    <dgm:pt modelId="{0B5A4CBE-0F9D-4D3A-9A57-10A63C5E3803}" type="pres">
      <dgm:prSet presAssocID="{DA600968-D409-48D7-8205-9456416B5C16}" presName="bgRectTx" presStyleLbl="bgShp" presStyleIdx="3" presStyleCnt="4">
        <dgm:presLayoutVars>
          <dgm:bulletEnabled val="1"/>
        </dgm:presLayoutVars>
      </dgm:prSet>
      <dgm:spPr/>
    </dgm:pt>
  </dgm:ptLst>
  <dgm:cxnLst>
    <dgm:cxn modelId="{E0995305-30AC-4732-807D-21DBACBE3E4B}" type="presOf" srcId="{DA600968-D409-48D7-8205-9456416B5C16}" destId="{0B5A4CBE-0F9D-4D3A-9A57-10A63C5E3803}" srcOrd="1" destOrd="0" presId="urn:microsoft.com/office/officeart/2005/8/layout/hierarchy6"/>
    <dgm:cxn modelId="{F990B721-7792-4E7D-BBEC-4E2E04F26CF6}" type="presOf" srcId="{D6F9194A-B423-4935-BC4D-53B8B7E89C4B}" destId="{D7E6DC00-0E17-49CD-97CC-A20E6FBDA611}" srcOrd="0" destOrd="0" presId="urn:microsoft.com/office/officeart/2005/8/layout/hierarchy6"/>
    <dgm:cxn modelId="{76179E23-B84B-4569-8CE7-6A61712381EF}" type="presOf" srcId="{26C4B575-6CCF-46AD-898A-1D5E772093D7}" destId="{44C0D1EC-D09E-4AC3-A42F-3F7B2C73BC6B}" srcOrd="0" destOrd="0" presId="urn:microsoft.com/office/officeart/2005/8/layout/hierarchy6"/>
    <dgm:cxn modelId="{954D8627-7B2D-4BA3-8683-2A94452812FB}" type="presOf" srcId="{B72EE1E5-C5A4-48D2-B984-78DFC9C3EA3B}" destId="{899A4F01-8D8F-4A6F-8B62-6A93B463B80D}" srcOrd="0" destOrd="0" presId="urn:microsoft.com/office/officeart/2005/8/layout/hierarchy6"/>
    <dgm:cxn modelId="{6649852C-230D-46A5-9E3E-F5A7EC67307F}" type="presOf" srcId="{6177438B-242A-4C21-9447-5D97AA77865E}" destId="{1B809A4B-8E4B-420B-AA62-864629EF634B}" srcOrd="0" destOrd="0" presId="urn:microsoft.com/office/officeart/2005/8/layout/hierarchy6"/>
    <dgm:cxn modelId="{3BF9E731-8B67-42C0-B377-F6CA767E5BEA}" type="presOf" srcId="{18222396-F725-4879-94E3-D8EECF8EE233}" destId="{AAD2494A-F5FA-4A60-B2CC-2CE3E9BB30DE}" srcOrd="0" destOrd="0" presId="urn:microsoft.com/office/officeart/2005/8/layout/hierarchy6"/>
    <dgm:cxn modelId="{1BF9E438-997B-45F4-87A3-46576AAB49EA}" type="presOf" srcId="{6A09B7B8-D0AD-43B0-B526-791586CF8503}" destId="{46D0549D-20B8-4045-B5D1-B43F08ABEEEB}" srcOrd="0" destOrd="0" presId="urn:microsoft.com/office/officeart/2005/8/layout/hierarchy6"/>
    <dgm:cxn modelId="{A8AF4839-42D7-4FEF-AA66-EB8DC17F69D7}" srcId="{33C138B7-6E88-4E36-ADCC-AF75B3D20C04}" destId="{5642244F-112B-4055-BA01-BB4F2AC2195D}" srcOrd="0" destOrd="0" parTransId="{08270A38-E1E1-4B7A-95C0-43ABF45B7A5B}" sibTransId="{B3830851-8AE2-4DC6-8F29-37C3377F4001}"/>
    <dgm:cxn modelId="{FC389660-96D4-42CE-B0F2-C14FB3D123EF}" type="presOf" srcId="{70F101BD-CC1A-471B-97F4-139EF553166D}" destId="{0D2B0A15-352E-4A3F-A46D-1D75FBD7668A}" srcOrd="0" destOrd="0" presId="urn:microsoft.com/office/officeart/2005/8/layout/hierarchy6"/>
    <dgm:cxn modelId="{3BCDE642-CC20-48E1-B355-5E7C849963C2}" srcId="{5F72E2C3-ECFC-4EA4-BF5C-2FDCECBAB7D6}" destId="{2029D84B-884C-4F2F-8FDA-1B99BB06D5CE}" srcOrd="1" destOrd="0" parTransId="{D6F9194A-B423-4935-BC4D-53B8B7E89C4B}" sibTransId="{CDAB6DEF-55B3-4127-B02D-C098565D480C}"/>
    <dgm:cxn modelId="{BE5EF365-D7E5-4785-80A9-46B21311F402}" type="presOf" srcId="{08270A38-E1E1-4B7A-95C0-43ABF45B7A5B}" destId="{5809CA99-7729-4F98-B1A7-BEF9FEC7AC8E}" srcOrd="0" destOrd="0" presId="urn:microsoft.com/office/officeart/2005/8/layout/hierarchy6"/>
    <dgm:cxn modelId="{E2B9FC65-D400-45B7-938C-0DF65938C895}" type="presOf" srcId="{33C138B7-6E88-4E36-ADCC-AF75B3D20C04}" destId="{52404C80-943D-417F-9330-8D2B86BDA891}" srcOrd="0" destOrd="0" presId="urn:microsoft.com/office/officeart/2005/8/layout/hierarchy6"/>
    <dgm:cxn modelId="{A3D75866-5D71-4E36-9BC4-1C2FF570BA8A}" srcId="{5642244F-112B-4055-BA01-BB4F2AC2195D}" destId="{326A1B6D-661E-46E2-BA12-D6FE616DA0A9}" srcOrd="0" destOrd="0" parTransId="{B72EE1E5-C5A4-48D2-B984-78DFC9C3EA3B}" sibTransId="{79F595CD-28C5-4967-B614-9438129BEDEE}"/>
    <dgm:cxn modelId="{063B1D6E-BC70-401E-8705-9323B79B9B42}" type="presOf" srcId="{55CD8AA3-2A15-42A1-ABB2-A2B23F8221DA}" destId="{7A133809-9D7B-4322-A2B1-B58BF17A8FBC}" srcOrd="0" destOrd="0" presId="urn:microsoft.com/office/officeart/2005/8/layout/hierarchy6"/>
    <dgm:cxn modelId="{B9008A6F-7E2F-4545-825A-D72A34E6441D}" srcId="{6A09B7B8-D0AD-43B0-B526-791586CF8503}" destId="{5F72E2C3-ECFC-4EA4-BF5C-2FDCECBAB7D6}" srcOrd="0" destOrd="0" parTransId="{59D4211C-E0A4-4423-9652-561BD898BE61}" sibTransId="{326B202C-0E85-476E-A1DA-EDA47E5ACC65}"/>
    <dgm:cxn modelId="{F8006272-1235-4BB4-AA4B-DEFBF1B200ED}" type="presOf" srcId="{049C9713-F260-492F-A31C-5F71ACE3E5AF}" destId="{BD6DA6A8-A8E0-476A-A8CB-4AABA472FC28}" srcOrd="0" destOrd="0" presId="urn:microsoft.com/office/officeart/2005/8/layout/hierarchy6"/>
    <dgm:cxn modelId="{9C152D55-EB8C-49A1-B67C-742A34181E29}" type="presOf" srcId="{AAA9306E-7AAF-4899-B3E1-C43CBEBF2772}" destId="{BB7C279F-ACA1-4CCF-98BC-1DC01723928A}" srcOrd="0" destOrd="0" presId="urn:microsoft.com/office/officeart/2005/8/layout/hierarchy6"/>
    <dgm:cxn modelId="{92850D57-6F78-4367-AAAF-EFBBFBED5E45}" srcId="{2029D84B-884C-4F2F-8FDA-1B99BB06D5CE}" destId="{D50CFB95-71C3-47D7-AC0D-4ADA0DDE9DDB}" srcOrd="0" destOrd="0" parTransId="{F08DF864-ED78-4D3A-88D6-AFB3761E46C1}" sibTransId="{BD12074B-4521-461C-9BD4-43A0DD4B2D0F}"/>
    <dgm:cxn modelId="{38EB0159-5B28-4313-8710-D7E4ABD1EF14}" type="presOf" srcId="{CDBA2BE2-DFDC-4F4B-B686-ECCF2B558839}" destId="{FC213588-311A-4CB6-AB1A-5C8A1CFDA1B0}" srcOrd="0" destOrd="0" presId="urn:microsoft.com/office/officeart/2005/8/layout/hierarchy6"/>
    <dgm:cxn modelId="{6B767D79-06BC-4131-8149-5B97B08E6CF9}" type="presOf" srcId="{FD79C69C-345B-45E5-8DAE-E441CC9495FB}" destId="{46317919-0AEC-4527-B61B-0C21599F786D}" srcOrd="0" destOrd="0" presId="urn:microsoft.com/office/officeart/2005/8/layout/hierarchy6"/>
    <dgm:cxn modelId="{8A1F7C7B-3FA2-43B0-8D7C-B74F8ACDE863}" type="presOf" srcId="{26C4B575-6CCF-46AD-898A-1D5E772093D7}" destId="{A5520E36-92B3-4033-83F8-28D5DB7171E8}" srcOrd="1" destOrd="0" presId="urn:microsoft.com/office/officeart/2005/8/layout/hierarchy6"/>
    <dgm:cxn modelId="{ED17C284-C833-424A-A46A-F8D67239BF25}" type="presOf" srcId="{B397D1C1-992D-4B62-B0FB-3DA1E02FBE74}" destId="{6B5CF15E-8D6C-433D-BCB3-F161DCB8EC4F}" srcOrd="0" destOrd="0" presId="urn:microsoft.com/office/officeart/2005/8/layout/hierarchy6"/>
    <dgm:cxn modelId="{8CFD2890-07C3-44EC-8041-03C97A83921E}" type="presOf" srcId="{DA600968-D409-48D7-8205-9456416B5C16}" destId="{F4DA5E8C-4F06-445D-919B-CD759A4CDE3F}" srcOrd="0" destOrd="0" presId="urn:microsoft.com/office/officeart/2005/8/layout/hierarchy6"/>
    <dgm:cxn modelId="{92148695-631A-428D-B8A2-296F10630023}" srcId="{18222396-F725-4879-94E3-D8EECF8EE233}" destId="{AAA9306E-7AAF-4899-B3E1-C43CBEBF2772}" srcOrd="0" destOrd="0" parTransId="{55CD8AA3-2A15-42A1-ABB2-A2B23F8221DA}" sibTransId="{9B668C2C-3A95-4DA6-80F0-6B2BDBECA6AF}"/>
    <dgm:cxn modelId="{F9EC2196-8EA0-458A-A56F-FC8F17CD97A9}" type="presOf" srcId="{70F101BD-CC1A-471B-97F4-139EF553166D}" destId="{A54FA96F-EE50-46A9-868A-E96B29867FA2}" srcOrd="1" destOrd="0" presId="urn:microsoft.com/office/officeart/2005/8/layout/hierarchy6"/>
    <dgm:cxn modelId="{23A0619B-E3DA-40EE-8EE8-EC821B5323C8}" type="presOf" srcId="{34876994-3018-427F-ABD1-57F511FB0F02}" destId="{650EC50D-2FB7-4ADD-A2E4-B686599EE393}" srcOrd="0" destOrd="0" presId="urn:microsoft.com/office/officeart/2005/8/layout/hierarchy6"/>
    <dgm:cxn modelId="{80DCB6A1-6D22-418D-9764-411ADBDCD786}" type="presOf" srcId="{F08DF864-ED78-4D3A-88D6-AFB3761E46C1}" destId="{C8BC3807-8581-4A35-8A00-68CC6824EEAD}" srcOrd="0" destOrd="0" presId="urn:microsoft.com/office/officeart/2005/8/layout/hierarchy6"/>
    <dgm:cxn modelId="{DD5DE8A8-B926-4135-A91A-8EB92CF13162}" srcId="{6A09B7B8-D0AD-43B0-B526-791586CF8503}" destId="{26C4B575-6CCF-46AD-898A-1D5E772093D7}" srcOrd="2" destOrd="0" parTransId="{8F54DCEE-D35D-4D10-8473-31A5A2EB8A4D}" sibTransId="{6D1BF5BB-4672-4D7E-B055-6132C0BCE8D3}"/>
    <dgm:cxn modelId="{83CF09AD-361F-47CC-AE5C-D2B16CD6FE63}" srcId="{33C138B7-6E88-4E36-ADCC-AF75B3D20C04}" destId="{18222396-F725-4879-94E3-D8EECF8EE233}" srcOrd="1" destOrd="0" parTransId="{34876994-3018-427F-ABD1-57F511FB0F02}" sibTransId="{A5928D3A-97F2-4990-9F46-9962F88C41E0}"/>
    <dgm:cxn modelId="{823D70B0-703A-4C2B-A388-DCA1764A448A}" srcId="{5F72E2C3-ECFC-4EA4-BF5C-2FDCECBAB7D6}" destId="{33C138B7-6E88-4E36-ADCC-AF75B3D20C04}" srcOrd="0" destOrd="0" parTransId="{049C9713-F260-492F-A31C-5F71ACE3E5AF}" sibTransId="{CB38A707-F39C-47B8-8612-D025967C846A}"/>
    <dgm:cxn modelId="{382A79B3-B9E0-4A77-9EE8-F3C758EE7693}" srcId="{6A09B7B8-D0AD-43B0-B526-791586CF8503}" destId="{DA600968-D409-48D7-8205-9456416B5C16}" srcOrd="4" destOrd="0" parTransId="{E06A1626-A1DC-4B14-A518-BCB63920132E}" sibTransId="{A0D79CDF-8BBB-4DD8-A085-9BDF5BEB7361}"/>
    <dgm:cxn modelId="{288C6DB5-4828-4F10-8E7C-E70E30DEB5E7}" type="presOf" srcId="{D50CFB95-71C3-47D7-AC0D-4ADA0DDE9DDB}" destId="{D4779E72-27ED-4E5B-9630-F26275F81919}" srcOrd="0" destOrd="0" presId="urn:microsoft.com/office/officeart/2005/8/layout/hierarchy6"/>
    <dgm:cxn modelId="{F72256C1-AA5C-4723-879C-BC9D48F8E6C7}" srcId="{6A09B7B8-D0AD-43B0-B526-791586CF8503}" destId="{008B9E6F-4A33-4C38-A798-AA0500AB0FC3}" srcOrd="1" destOrd="0" parTransId="{0A39645E-3D44-4661-91FA-1D2219B2DED4}" sibTransId="{9527C0A0-F57B-4BDD-B5B2-FD966040FFE1}"/>
    <dgm:cxn modelId="{9DF63DC4-4B0A-40B7-AA95-C16D7ADED4CD}" type="presOf" srcId="{2029D84B-884C-4F2F-8FDA-1B99BB06D5CE}" destId="{603CB968-6D76-4A2A-A6A5-BB23AD6B4958}" srcOrd="0" destOrd="0" presId="urn:microsoft.com/office/officeart/2005/8/layout/hierarchy6"/>
    <dgm:cxn modelId="{6D9119CB-6C47-475B-B358-635047C175A2}" type="presOf" srcId="{5642244F-112B-4055-BA01-BB4F2AC2195D}" destId="{BBDF8CD7-6336-491F-99C8-2704B1B52B8F}" srcOrd="0" destOrd="0" presId="urn:microsoft.com/office/officeart/2005/8/layout/hierarchy6"/>
    <dgm:cxn modelId="{8DA997CB-5089-4E48-97D7-4BABA76C20BC}" type="presOf" srcId="{008B9E6F-4A33-4C38-A798-AA0500AB0FC3}" destId="{70491A69-D387-45A5-84F1-26D36A971862}" srcOrd="0" destOrd="0" presId="urn:microsoft.com/office/officeart/2005/8/layout/hierarchy6"/>
    <dgm:cxn modelId="{A32E31CD-51AC-4610-986E-A0033A2F69C6}" srcId="{6A09B7B8-D0AD-43B0-B526-791586CF8503}" destId="{70F101BD-CC1A-471B-97F4-139EF553166D}" srcOrd="3" destOrd="0" parTransId="{7E967309-1CAB-4599-B156-12AF70D5E6A3}" sibTransId="{3D5EAA5E-858C-4A96-9D0A-114531B17E06}"/>
    <dgm:cxn modelId="{65B3B2DF-68C0-49E6-A474-03EE909A83DC}" srcId="{D50CFB95-71C3-47D7-AC0D-4ADA0DDE9DDB}" destId="{B397D1C1-992D-4B62-B0FB-3DA1E02FBE74}" srcOrd="1" destOrd="0" parTransId="{6177438B-242A-4C21-9447-5D97AA77865E}" sibTransId="{E6930C1A-F4D5-4BD2-960D-02BCD8CD424D}"/>
    <dgm:cxn modelId="{EAAFBEE5-2443-4B92-B3E7-292CC2ECFB92}" type="presOf" srcId="{008B9E6F-4A33-4C38-A798-AA0500AB0FC3}" destId="{BFDD1AFE-1321-404D-8375-6C2E4FD88303}" srcOrd="1" destOrd="0" presId="urn:microsoft.com/office/officeart/2005/8/layout/hierarchy6"/>
    <dgm:cxn modelId="{1F1C85E8-B5E6-424B-8680-3740E4CA1793}" srcId="{D50CFB95-71C3-47D7-AC0D-4ADA0DDE9DDB}" destId="{FD79C69C-345B-45E5-8DAE-E441CC9495FB}" srcOrd="0" destOrd="0" parTransId="{CDBA2BE2-DFDC-4F4B-B686-ECCF2B558839}" sibTransId="{9472E5A2-4DEE-4600-ABFC-EFFE858B3FC2}"/>
    <dgm:cxn modelId="{93CE98F9-C100-4458-A95E-C4894CE57551}" type="presOf" srcId="{326A1B6D-661E-46E2-BA12-D6FE616DA0A9}" destId="{266E7E37-704A-4A61-B76D-FA13A64B80E6}" srcOrd="0" destOrd="0" presId="urn:microsoft.com/office/officeart/2005/8/layout/hierarchy6"/>
    <dgm:cxn modelId="{A149EDFC-B526-4424-AA80-8F8883321173}" type="presOf" srcId="{5F72E2C3-ECFC-4EA4-BF5C-2FDCECBAB7D6}" destId="{8A2E9E91-FA59-40FC-80E9-A4DED4E36CD1}" srcOrd="0" destOrd="0" presId="urn:microsoft.com/office/officeart/2005/8/layout/hierarchy6"/>
    <dgm:cxn modelId="{AFD72EEB-3666-472C-AEDB-4EADAE50F7D2}" type="presParOf" srcId="{46D0549D-20B8-4045-B5D1-B43F08ABEEEB}" destId="{D2929E6E-9E28-4755-9F88-A5A791CB40ED}" srcOrd="0" destOrd="0" presId="urn:microsoft.com/office/officeart/2005/8/layout/hierarchy6"/>
    <dgm:cxn modelId="{B77F5FCC-E693-4B3C-B7D9-117BDE1942DA}" type="presParOf" srcId="{D2929E6E-9E28-4755-9F88-A5A791CB40ED}" destId="{00FB181D-475E-4C6A-B2B0-D6F2E7E97F80}" srcOrd="0" destOrd="0" presId="urn:microsoft.com/office/officeart/2005/8/layout/hierarchy6"/>
    <dgm:cxn modelId="{78E3D764-097B-4B43-BE5D-5DDE45954B15}" type="presParOf" srcId="{D2929E6E-9E28-4755-9F88-A5A791CB40ED}" destId="{78FCEBCC-5737-4EA6-92E2-5206FCD8E95B}" srcOrd="1" destOrd="0" presId="urn:microsoft.com/office/officeart/2005/8/layout/hierarchy6"/>
    <dgm:cxn modelId="{8B9C0EBB-0B50-422D-8448-8373B24FB0BB}" type="presParOf" srcId="{78FCEBCC-5737-4EA6-92E2-5206FCD8E95B}" destId="{B81DBDFF-2323-499C-A606-2FF097F02FF3}" srcOrd="0" destOrd="0" presId="urn:microsoft.com/office/officeart/2005/8/layout/hierarchy6"/>
    <dgm:cxn modelId="{44CA5451-CEA2-46D1-B3F4-34326AD124D1}" type="presParOf" srcId="{B81DBDFF-2323-499C-A606-2FF097F02FF3}" destId="{8A2E9E91-FA59-40FC-80E9-A4DED4E36CD1}" srcOrd="0" destOrd="0" presId="urn:microsoft.com/office/officeart/2005/8/layout/hierarchy6"/>
    <dgm:cxn modelId="{73392C74-203C-4AA9-BB26-F7ECCB4F1563}" type="presParOf" srcId="{B81DBDFF-2323-499C-A606-2FF097F02FF3}" destId="{1099CAD7-2B27-42C7-87B7-15BBCACD86DA}" srcOrd="1" destOrd="0" presId="urn:microsoft.com/office/officeart/2005/8/layout/hierarchy6"/>
    <dgm:cxn modelId="{AEB8069C-1036-4188-B5E7-CC153AB2A50E}" type="presParOf" srcId="{1099CAD7-2B27-42C7-87B7-15BBCACD86DA}" destId="{BD6DA6A8-A8E0-476A-A8CB-4AABA472FC28}" srcOrd="0" destOrd="0" presId="urn:microsoft.com/office/officeart/2005/8/layout/hierarchy6"/>
    <dgm:cxn modelId="{E5AE1B90-D70C-4F84-A13C-C7ACD8EF6964}" type="presParOf" srcId="{1099CAD7-2B27-42C7-87B7-15BBCACD86DA}" destId="{44C1EAB6-4B62-4848-9AE3-3BBB74CB4BE3}" srcOrd="1" destOrd="0" presId="urn:microsoft.com/office/officeart/2005/8/layout/hierarchy6"/>
    <dgm:cxn modelId="{48819CE1-1BB6-4667-801B-76A9C21DF4ED}" type="presParOf" srcId="{44C1EAB6-4B62-4848-9AE3-3BBB74CB4BE3}" destId="{52404C80-943D-417F-9330-8D2B86BDA891}" srcOrd="0" destOrd="0" presId="urn:microsoft.com/office/officeart/2005/8/layout/hierarchy6"/>
    <dgm:cxn modelId="{AB87292E-C99D-4ADC-8ADC-3139C98CEA87}" type="presParOf" srcId="{44C1EAB6-4B62-4848-9AE3-3BBB74CB4BE3}" destId="{FD4DE539-280F-4D20-8997-A6FD86EE94F5}" srcOrd="1" destOrd="0" presId="urn:microsoft.com/office/officeart/2005/8/layout/hierarchy6"/>
    <dgm:cxn modelId="{05C79AA3-58A8-4D2D-A331-6749056BCBA4}" type="presParOf" srcId="{FD4DE539-280F-4D20-8997-A6FD86EE94F5}" destId="{5809CA99-7729-4F98-B1A7-BEF9FEC7AC8E}" srcOrd="0" destOrd="0" presId="urn:microsoft.com/office/officeart/2005/8/layout/hierarchy6"/>
    <dgm:cxn modelId="{076E9A31-9654-42A6-96BF-9D5900846A6E}" type="presParOf" srcId="{FD4DE539-280F-4D20-8997-A6FD86EE94F5}" destId="{DCA6CD14-90BE-4B0E-958B-3D8C2806817C}" srcOrd="1" destOrd="0" presId="urn:microsoft.com/office/officeart/2005/8/layout/hierarchy6"/>
    <dgm:cxn modelId="{049BA63B-532C-43C1-939E-13DE75D51755}" type="presParOf" srcId="{DCA6CD14-90BE-4B0E-958B-3D8C2806817C}" destId="{BBDF8CD7-6336-491F-99C8-2704B1B52B8F}" srcOrd="0" destOrd="0" presId="urn:microsoft.com/office/officeart/2005/8/layout/hierarchy6"/>
    <dgm:cxn modelId="{C5E74A09-8196-4272-8DCD-F4F01A293A2F}" type="presParOf" srcId="{DCA6CD14-90BE-4B0E-958B-3D8C2806817C}" destId="{10BC64CD-77D8-4144-8D1A-AC2C3D81442C}" srcOrd="1" destOrd="0" presId="urn:microsoft.com/office/officeart/2005/8/layout/hierarchy6"/>
    <dgm:cxn modelId="{C280EEB7-AD88-4D06-A94D-533AC38F1B58}" type="presParOf" srcId="{10BC64CD-77D8-4144-8D1A-AC2C3D81442C}" destId="{899A4F01-8D8F-4A6F-8B62-6A93B463B80D}" srcOrd="0" destOrd="0" presId="urn:microsoft.com/office/officeart/2005/8/layout/hierarchy6"/>
    <dgm:cxn modelId="{19435C24-718D-49E7-90C6-24338BBB4B7B}" type="presParOf" srcId="{10BC64CD-77D8-4144-8D1A-AC2C3D81442C}" destId="{35828153-5E41-4902-AA18-5DDB6022905E}" srcOrd="1" destOrd="0" presId="urn:microsoft.com/office/officeart/2005/8/layout/hierarchy6"/>
    <dgm:cxn modelId="{71D08937-C712-4DAB-ABBB-7CDEF8A46249}" type="presParOf" srcId="{35828153-5E41-4902-AA18-5DDB6022905E}" destId="{266E7E37-704A-4A61-B76D-FA13A64B80E6}" srcOrd="0" destOrd="0" presId="urn:microsoft.com/office/officeart/2005/8/layout/hierarchy6"/>
    <dgm:cxn modelId="{13362985-F147-40EF-AA90-DD4BD4EB40F6}" type="presParOf" srcId="{35828153-5E41-4902-AA18-5DDB6022905E}" destId="{C87A9532-0BD0-44AB-B768-1B677D7008C6}" srcOrd="1" destOrd="0" presId="urn:microsoft.com/office/officeart/2005/8/layout/hierarchy6"/>
    <dgm:cxn modelId="{A116EFD4-EE2D-4F5F-8DE3-41E64ABA1E36}" type="presParOf" srcId="{FD4DE539-280F-4D20-8997-A6FD86EE94F5}" destId="{650EC50D-2FB7-4ADD-A2E4-B686599EE393}" srcOrd="2" destOrd="0" presId="urn:microsoft.com/office/officeart/2005/8/layout/hierarchy6"/>
    <dgm:cxn modelId="{2FFEBD4E-3DB8-4398-AA31-AAF2E2AAB73D}" type="presParOf" srcId="{FD4DE539-280F-4D20-8997-A6FD86EE94F5}" destId="{91359760-2C66-4EDB-A7E7-F426C94DC4CE}" srcOrd="3" destOrd="0" presId="urn:microsoft.com/office/officeart/2005/8/layout/hierarchy6"/>
    <dgm:cxn modelId="{E6E3F26B-C279-4628-9829-C30BBDB13E51}" type="presParOf" srcId="{91359760-2C66-4EDB-A7E7-F426C94DC4CE}" destId="{AAD2494A-F5FA-4A60-B2CC-2CE3E9BB30DE}" srcOrd="0" destOrd="0" presId="urn:microsoft.com/office/officeart/2005/8/layout/hierarchy6"/>
    <dgm:cxn modelId="{822ED39C-7E6E-4944-A389-D8599B71A54A}" type="presParOf" srcId="{91359760-2C66-4EDB-A7E7-F426C94DC4CE}" destId="{1B6311A2-E858-4672-82C9-9358944BD96A}" srcOrd="1" destOrd="0" presId="urn:microsoft.com/office/officeart/2005/8/layout/hierarchy6"/>
    <dgm:cxn modelId="{16CB3AD5-3FA3-40B6-8A96-66C86245E633}" type="presParOf" srcId="{1B6311A2-E858-4672-82C9-9358944BD96A}" destId="{7A133809-9D7B-4322-A2B1-B58BF17A8FBC}" srcOrd="0" destOrd="0" presId="urn:microsoft.com/office/officeart/2005/8/layout/hierarchy6"/>
    <dgm:cxn modelId="{9C444D1A-FDE2-4FA6-8D67-348D97E89CC3}" type="presParOf" srcId="{1B6311A2-E858-4672-82C9-9358944BD96A}" destId="{B83074D7-427C-4888-8442-16A6C142BCEE}" srcOrd="1" destOrd="0" presId="urn:microsoft.com/office/officeart/2005/8/layout/hierarchy6"/>
    <dgm:cxn modelId="{58E827AF-1285-430E-9D0C-1ECD0ADC7505}" type="presParOf" srcId="{B83074D7-427C-4888-8442-16A6C142BCEE}" destId="{BB7C279F-ACA1-4CCF-98BC-1DC01723928A}" srcOrd="0" destOrd="0" presId="urn:microsoft.com/office/officeart/2005/8/layout/hierarchy6"/>
    <dgm:cxn modelId="{EB0CB3D1-4F38-4579-8B12-88842B3A4523}" type="presParOf" srcId="{B83074D7-427C-4888-8442-16A6C142BCEE}" destId="{C5B24B3C-A24C-4F4F-A472-404EE5193FAB}" srcOrd="1" destOrd="0" presId="urn:microsoft.com/office/officeart/2005/8/layout/hierarchy6"/>
    <dgm:cxn modelId="{ABCAC6E8-CB53-41BB-B8AE-371406AD9B8A}" type="presParOf" srcId="{1099CAD7-2B27-42C7-87B7-15BBCACD86DA}" destId="{D7E6DC00-0E17-49CD-97CC-A20E6FBDA611}" srcOrd="2" destOrd="0" presId="urn:microsoft.com/office/officeart/2005/8/layout/hierarchy6"/>
    <dgm:cxn modelId="{9466A93F-5207-453A-A057-34CE5B8A659C}" type="presParOf" srcId="{1099CAD7-2B27-42C7-87B7-15BBCACD86DA}" destId="{B9FD1B00-8ABE-4483-A499-68D6122CAA61}" srcOrd="3" destOrd="0" presId="urn:microsoft.com/office/officeart/2005/8/layout/hierarchy6"/>
    <dgm:cxn modelId="{86142327-6B9A-47A1-A1C4-F5A254D938E4}" type="presParOf" srcId="{B9FD1B00-8ABE-4483-A499-68D6122CAA61}" destId="{603CB968-6D76-4A2A-A6A5-BB23AD6B4958}" srcOrd="0" destOrd="0" presId="urn:microsoft.com/office/officeart/2005/8/layout/hierarchy6"/>
    <dgm:cxn modelId="{59C9F016-B238-4A01-B32A-BE0AD1EA1F3B}" type="presParOf" srcId="{B9FD1B00-8ABE-4483-A499-68D6122CAA61}" destId="{4CFFA536-2A96-46DE-A987-E7F35ED28789}" srcOrd="1" destOrd="0" presId="urn:microsoft.com/office/officeart/2005/8/layout/hierarchy6"/>
    <dgm:cxn modelId="{D635B151-7B86-433C-A363-49A9FBF11DC5}" type="presParOf" srcId="{4CFFA536-2A96-46DE-A987-E7F35ED28789}" destId="{C8BC3807-8581-4A35-8A00-68CC6824EEAD}" srcOrd="0" destOrd="0" presId="urn:microsoft.com/office/officeart/2005/8/layout/hierarchy6"/>
    <dgm:cxn modelId="{D6C8829B-7D78-4A28-9519-AA3304DFD31D}" type="presParOf" srcId="{4CFFA536-2A96-46DE-A987-E7F35ED28789}" destId="{F37808A4-E63B-4B64-9A26-48B7683AA7B5}" srcOrd="1" destOrd="0" presId="urn:microsoft.com/office/officeart/2005/8/layout/hierarchy6"/>
    <dgm:cxn modelId="{D9228EAF-0CC1-4F38-87DA-CBD37FF4A936}" type="presParOf" srcId="{F37808A4-E63B-4B64-9A26-48B7683AA7B5}" destId="{D4779E72-27ED-4E5B-9630-F26275F81919}" srcOrd="0" destOrd="0" presId="urn:microsoft.com/office/officeart/2005/8/layout/hierarchy6"/>
    <dgm:cxn modelId="{A040020E-2BD0-4F64-8D03-44AC97AA431A}" type="presParOf" srcId="{F37808A4-E63B-4B64-9A26-48B7683AA7B5}" destId="{B8AD9055-AEB2-423E-8726-C063B6626448}" srcOrd="1" destOrd="0" presId="urn:microsoft.com/office/officeart/2005/8/layout/hierarchy6"/>
    <dgm:cxn modelId="{A49C7D18-5CF2-443F-8247-D4275C5BE66E}" type="presParOf" srcId="{B8AD9055-AEB2-423E-8726-C063B6626448}" destId="{FC213588-311A-4CB6-AB1A-5C8A1CFDA1B0}" srcOrd="0" destOrd="0" presId="urn:microsoft.com/office/officeart/2005/8/layout/hierarchy6"/>
    <dgm:cxn modelId="{D2B64C16-C187-4409-BC49-474AF5555C8D}" type="presParOf" srcId="{B8AD9055-AEB2-423E-8726-C063B6626448}" destId="{F39B533A-C048-4F00-B096-8D6D84BC6A42}" srcOrd="1" destOrd="0" presId="urn:microsoft.com/office/officeart/2005/8/layout/hierarchy6"/>
    <dgm:cxn modelId="{0419301B-F057-49BE-A4BE-09DAE9E8DBE6}" type="presParOf" srcId="{F39B533A-C048-4F00-B096-8D6D84BC6A42}" destId="{46317919-0AEC-4527-B61B-0C21599F786D}" srcOrd="0" destOrd="0" presId="urn:microsoft.com/office/officeart/2005/8/layout/hierarchy6"/>
    <dgm:cxn modelId="{F70AF571-C512-4BFC-860A-03F66F5CF3BE}" type="presParOf" srcId="{F39B533A-C048-4F00-B096-8D6D84BC6A42}" destId="{C6F38EF5-84F7-4EF4-B5C6-86A68C0054B9}" srcOrd="1" destOrd="0" presId="urn:microsoft.com/office/officeart/2005/8/layout/hierarchy6"/>
    <dgm:cxn modelId="{62E4C4F1-EE3E-42CC-B018-7A565DAECDBB}" type="presParOf" srcId="{B8AD9055-AEB2-423E-8726-C063B6626448}" destId="{1B809A4B-8E4B-420B-AA62-864629EF634B}" srcOrd="2" destOrd="0" presId="urn:microsoft.com/office/officeart/2005/8/layout/hierarchy6"/>
    <dgm:cxn modelId="{FD38D1B0-CC71-489B-8DB5-CE2FBDE45836}" type="presParOf" srcId="{B8AD9055-AEB2-423E-8726-C063B6626448}" destId="{3F89A0D5-C45A-4B71-8852-6E0CC2102621}" srcOrd="3" destOrd="0" presId="urn:microsoft.com/office/officeart/2005/8/layout/hierarchy6"/>
    <dgm:cxn modelId="{4431E59C-BE00-4A9F-AB53-5AFF1EECC4A4}" type="presParOf" srcId="{3F89A0D5-C45A-4B71-8852-6E0CC2102621}" destId="{6B5CF15E-8D6C-433D-BCB3-F161DCB8EC4F}" srcOrd="0" destOrd="0" presId="urn:microsoft.com/office/officeart/2005/8/layout/hierarchy6"/>
    <dgm:cxn modelId="{9A815359-1C31-4877-8962-95374610FF61}" type="presParOf" srcId="{3F89A0D5-C45A-4B71-8852-6E0CC2102621}" destId="{E9DDCF4B-FD80-4195-AA81-509AF2624576}" srcOrd="1" destOrd="0" presId="urn:microsoft.com/office/officeart/2005/8/layout/hierarchy6"/>
    <dgm:cxn modelId="{DCD88A24-A08F-4D83-AF7E-0B26B3CE4089}" type="presParOf" srcId="{46D0549D-20B8-4045-B5D1-B43F08ABEEEB}" destId="{CBD29ADC-59E3-4E47-B632-7D89C37E1DD8}" srcOrd="1" destOrd="0" presId="urn:microsoft.com/office/officeart/2005/8/layout/hierarchy6"/>
    <dgm:cxn modelId="{256B3A97-2C89-4F61-BF94-7AFD5CE99C7C}" type="presParOf" srcId="{CBD29ADC-59E3-4E47-B632-7D89C37E1DD8}" destId="{2AB0BB78-60A5-4B6C-A83A-ED5FB392C8A3}" srcOrd="0" destOrd="0" presId="urn:microsoft.com/office/officeart/2005/8/layout/hierarchy6"/>
    <dgm:cxn modelId="{C298351F-129B-4E26-BFD2-5192EC18F187}" type="presParOf" srcId="{2AB0BB78-60A5-4B6C-A83A-ED5FB392C8A3}" destId="{70491A69-D387-45A5-84F1-26D36A971862}" srcOrd="0" destOrd="0" presId="urn:microsoft.com/office/officeart/2005/8/layout/hierarchy6"/>
    <dgm:cxn modelId="{63F84437-41A5-43C0-B8D2-13307417307E}" type="presParOf" srcId="{2AB0BB78-60A5-4B6C-A83A-ED5FB392C8A3}" destId="{BFDD1AFE-1321-404D-8375-6C2E4FD88303}" srcOrd="1" destOrd="0" presId="urn:microsoft.com/office/officeart/2005/8/layout/hierarchy6"/>
    <dgm:cxn modelId="{A13848B0-BE47-40B5-9267-AF08E284420E}" type="presParOf" srcId="{CBD29ADC-59E3-4E47-B632-7D89C37E1DD8}" destId="{51E2AEEC-E04A-466E-B973-E7499BFAE94E}" srcOrd="1" destOrd="0" presId="urn:microsoft.com/office/officeart/2005/8/layout/hierarchy6"/>
    <dgm:cxn modelId="{0FADC04B-1D7D-4998-B5EC-6C1BFE1C6DA0}" type="presParOf" srcId="{51E2AEEC-E04A-466E-B973-E7499BFAE94E}" destId="{81BDB413-DB8D-49BB-BB13-A68E7F15C79E}" srcOrd="0" destOrd="0" presId="urn:microsoft.com/office/officeart/2005/8/layout/hierarchy6"/>
    <dgm:cxn modelId="{E8968475-0D22-4638-8F6E-811CE29A71C8}" type="presParOf" srcId="{CBD29ADC-59E3-4E47-B632-7D89C37E1DD8}" destId="{A99577D4-4B54-4AD7-AE9F-CAC1ED7C2724}" srcOrd="2" destOrd="0" presId="urn:microsoft.com/office/officeart/2005/8/layout/hierarchy6"/>
    <dgm:cxn modelId="{84BF494D-2D47-4EB5-A274-4E888BA5B139}" type="presParOf" srcId="{A99577D4-4B54-4AD7-AE9F-CAC1ED7C2724}" destId="{44C0D1EC-D09E-4AC3-A42F-3F7B2C73BC6B}" srcOrd="0" destOrd="0" presId="urn:microsoft.com/office/officeart/2005/8/layout/hierarchy6"/>
    <dgm:cxn modelId="{52895E27-DD2E-4DCA-BB8A-38E496785CB6}" type="presParOf" srcId="{A99577D4-4B54-4AD7-AE9F-CAC1ED7C2724}" destId="{A5520E36-92B3-4033-83F8-28D5DB7171E8}" srcOrd="1" destOrd="0" presId="urn:microsoft.com/office/officeart/2005/8/layout/hierarchy6"/>
    <dgm:cxn modelId="{D895D90B-2E2D-4D75-BBB9-429D01967219}" type="presParOf" srcId="{CBD29ADC-59E3-4E47-B632-7D89C37E1DD8}" destId="{C34A0C4C-FBA4-4096-B586-4D827303305B}" srcOrd="3" destOrd="0" presId="urn:microsoft.com/office/officeart/2005/8/layout/hierarchy6"/>
    <dgm:cxn modelId="{6E734C95-63A5-401F-9F61-9A8C78F9D6E0}" type="presParOf" srcId="{C34A0C4C-FBA4-4096-B586-4D827303305B}" destId="{AB671DAB-EE64-42A6-9664-115A5D8CF55E}" srcOrd="0" destOrd="0" presId="urn:microsoft.com/office/officeart/2005/8/layout/hierarchy6"/>
    <dgm:cxn modelId="{084C63AC-8A6F-41F7-818B-BF53D56266BF}" type="presParOf" srcId="{CBD29ADC-59E3-4E47-B632-7D89C37E1DD8}" destId="{F9E8211F-2115-4751-AEB4-C55FB9B09E08}" srcOrd="4" destOrd="0" presId="urn:microsoft.com/office/officeart/2005/8/layout/hierarchy6"/>
    <dgm:cxn modelId="{AAD9E358-E7DB-4E83-8418-55C0D1193022}" type="presParOf" srcId="{F9E8211F-2115-4751-AEB4-C55FB9B09E08}" destId="{0D2B0A15-352E-4A3F-A46D-1D75FBD7668A}" srcOrd="0" destOrd="0" presId="urn:microsoft.com/office/officeart/2005/8/layout/hierarchy6"/>
    <dgm:cxn modelId="{DDAD4EF7-F740-4C81-9B76-927B22667C9A}" type="presParOf" srcId="{F9E8211F-2115-4751-AEB4-C55FB9B09E08}" destId="{A54FA96F-EE50-46A9-868A-E96B29867FA2}" srcOrd="1" destOrd="0" presId="urn:microsoft.com/office/officeart/2005/8/layout/hierarchy6"/>
    <dgm:cxn modelId="{01371974-239F-4903-963F-E9456FB34E9F}" type="presParOf" srcId="{CBD29ADC-59E3-4E47-B632-7D89C37E1DD8}" destId="{43B9761A-1B22-4983-8799-C1352D02FAD1}" srcOrd="5" destOrd="0" presId="urn:microsoft.com/office/officeart/2005/8/layout/hierarchy6"/>
    <dgm:cxn modelId="{F4C62F15-4C65-4136-8882-19AA63624620}" type="presParOf" srcId="{43B9761A-1B22-4983-8799-C1352D02FAD1}" destId="{DC0F34D7-BA75-40A9-97BE-DB6DEFAE8A12}" srcOrd="0" destOrd="0" presId="urn:microsoft.com/office/officeart/2005/8/layout/hierarchy6"/>
    <dgm:cxn modelId="{A32617AC-8A6C-43B6-B8F8-21475D7943ED}" type="presParOf" srcId="{CBD29ADC-59E3-4E47-B632-7D89C37E1DD8}" destId="{9FA45E88-8106-4262-83C4-5DECBE27A58B}" srcOrd="6" destOrd="0" presId="urn:microsoft.com/office/officeart/2005/8/layout/hierarchy6"/>
    <dgm:cxn modelId="{3D6A985D-3975-4518-8337-529C23995B56}" type="presParOf" srcId="{9FA45E88-8106-4262-83C4-5DECBE27A58B}" destId="{F4DA5E8C-4F06-445D-919B-CD759A4CDE3F}" srcOrd="0" destOrd="0" presId="urn:microsoft.com/office/officeart/2005/8/layout/hierarchy6"/>
    <dgm:cxn modelId="{8E6FD546-DA55-49B9-A54F-1A066A6EED58}" type="presParOf" srcId="{9FA45E88-8106-4262-83C4-5DECBE27A58B}" destId="{0B5A4CBE-0F9D-4D3A-9A57-10A63C5E3803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DA5E8C-4F06-445D-919B-CD759A4CDE3F}">
      <dsp:nvSpPr>
        <dsp:cNvPr id="0" name=""/>
        <dsp:cNvSpPr/>
      </dsp:nvSpPr>
      <dsp:spPr>
        <a:xfrm>
          <a:off x="0" y="4243266"/>
          <a:ext cx="9020710" cy="100073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Đối tượng</a:t>
          </a:r>
        </a:p>
      </dsp:txBody>
      <dsp:txXfrm>
        <a:off x="0" y="4243266"/>
        <a:ext cx="2706213" cy="1000735"/>
      </dsp:txXfrm>
    </dsp:sp>
    <dsp:sp modelId="{0D2B0A15-352E-4A3F-A46D-1D75FBD7668A}">
      <dsp:nvSpPr>
        <dsp:cNvPr id="0" name=""/>
        <dsp:cNvSpPr/>
      </dsp:nvSpPr>
      <dsp:spPr>
        <a:xfrm>
          <a:off x="0" y="3075742"/>
          <a:ext cx="9020710" cy="100073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Loại </a:t>
          </a:r>
          <a:r>
            <a:rPr lang="en-US" sz="3500" kern="1200" dirty="0" err="1"/>
            <a:t>cơ</a:t>
          </a:r>
          <a:r>
            <a:rPr lang="en-US" sz="3500" kern="1200" dirty="0"/>
            <a:t> chế</a:t>
          </a:r>
        </a:p>
      </dsp:txBody>
      <dsp:txXfrm>
        <a:off x="0" y="3075742"/>
        <a:ext cx="2706213" cy="1000735"/>
      </dsp:txXfrm>
    </dsp:sp>
    <dsp:sp modelId="{44C0D1EC-D09E-4AC3-A42F-3F7B2C73BC6B}">
      <dsp:nvSpPr>
        <dsp:cNvPr id="0" name=""/>
        <dsp:cNvSpPr/>
      </dsp:nvSpPr>
      <dsp:spPr>
        <a:xfrm>
          <a:off x="0" y="1908218"/>
          <a:ext cx="9020710" cy="100073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Quy mô</a:t>
          </a:r>
        </a:p>
      </dsp:txBody>
      <dsp:txXfrm>
        <a:off x="0" y="1908218"/>
        <a:ext cx="2706213" cy="1000735"/>
      </dsp:txXfrm>
    </dsp:sp>
    <dsp:sp modelId="{70491A69-D387-45A5-84F1-26D36A971862}">
      <dsp:nvSpPr>
        <dsp:cNvPr id="0" name=""/>
        <dsp:cNvSpPr/>
      </dsp:nvSpPr>
      <dsp:spPr>
        <a:xfrm>
          <a:off x="0" y="740694"/>
          <a:ext cx="9020710" cy="1000735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Thị </a:t>
          </a:r>
          <a:r>
            <a:rPr lang="en-US" sz="3500" kern="1200" dirty="0" err="1"/>
            <a:t>trường</a:t>
          </a:r>
          <a:endParaRPr lang="en-US" sz="3500" kern="1200" dirty="0"/>
        </a:p>
      </dsp:txBody>
      <dsp:txXfrm>
        <a:off x="0" y="740694"/>
        <a:ext cx="2706213" cy="1000735"/>
      </dsp:txXfrm>
    </dsp:sp>
    <dsp:sp modelId="{8A2E9E91-FA59-40FC-80E9-A4DED4E36CD1}">
      <dsp:nvSpPr>
        <dsp:cNvPr id="0" name=""/>
        <dsp:cNvSpPr/>
      </dsp:nvSpPr>
      <dsp:spPr>
        <a:xfrm>
          <a:off x="4482481" y="824088"/>
          <a:ext cx="2581546" cy="833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Các bon rừng</a:t>
          </a:r>
        </a:p>
      </dsp:txBody>
      <dsp:txXfrm>
        <a:off x="4506906" y="848513"/>
        <a:ext cx="2532696" cy="785095"/>
      </dsp:txXfrm>
    </dsp:sp>
    <dsp:sp modelId="{BD6DA6A8-A8E0-476A-A8CB-4AABA472FC28}">
      <dsp:nvSpPr>
        <dsp:cNvPr id="0" name=""/>
        <dsp:cNvSpPr/>
      </dsp:nvSpPr>
      <dsp:spPr>
        <a:xfrm>
          <a:off x="4147059" y="1658034"/>
          <a:ext cx="1626194" cy="333578"/>
        </a:xfrm>
        <a:custGeom>
          <a:avLst/>
          <a:gdLst/>
          <a:ahLst/>
          <a:cxnLst/>
          <a:rect l="0" t="0" r="0" b="0"/>
          <a:pathLst>
            <a:path>
              <a:moveTo>
                <a:pt x="1626194" y="0"/>
              </a:moveTo>
              <a:lnTo>
                <a:pt x="1626194" y="166789"/>
              </a:lnTo>
              <a:lnTo>
                <a:pt x="0" y="166789"/>
              </a:lnTo>
              <a:lnTo>
                <a:pt x="0" y="333578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404C80-943D-417F-9330-8D2B86BDA891}">
      <dsp:nvSpPr>
        <dsp:cNvPr id="0" name=""/>
        <dsp:cNvSpPr/>
      </dsp:nvSpPr>
      <dsp:spPr>
        <a:xfrm>
          <a:off x="3521600" y="1991612"/>
          <a:ext cx="1250918" cy="833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Nội</a:t>
          </a:r>
          <a:r>
            <a:rPr lang="en-US" sz="1400" kern="1200" dirty="0"/>
            <a:t> địa</a:t>
          </a:r>
        </a:p>
      </dsp:txBody>
      <dsp:txXfrm>
        <a:off x="3546025" y="2016037"/>
        <a:ext cx="1202068" cy="785095"/>
      </dsp:txXfrm>
    </dsp:sp>
    <dsp:sp modelId="{5809CA99-7729-4F98-B1A7-BEF9FEC7AC8E}">
      <dsp:nvSpPr>
        <dsp:cNvPr id="0" name=""/>
        <dsp:cNvSpPr/>
      </dsp:nvSpPr>
      <dsp:spPr>
        <a:xfrm>
          <a:off x="3333962" y="2825558"/>
          <a:ext cx="813097" cy="333578"/>
        </a:xfrm>
        <a:custGeom>
          <a:avLst/>
          <a:gdLst/>
          <a:ahLst/>
          <a:cxnLst/>
          <a:rect l="0" t="0" r="0" b="0"/>
          <a:pathLst>
            <a:path>
              <a:moveTo>
                <a:pt x="813097" y="0"/>
              </a:moveTo>
              <a:lnTo>
                <a:pt x="813097" y="166789"/>
              </a:lnTo>
              <a:lnTo>
                <a:pt x="0" y="166789"/>
              </a:lnTo>
              <a:lnTo>
                <a:pt x="0" y="333578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DF8CD7-6336-491F-99C8-2704B1B52B8F}">
      <dsp:nvSpPr>
        <dsp:cNvPr id="0" name=""/>
        <dsp:cNvSpPr/>
      </dsp:nvSpPr>
      <dsp:spPr>
        <a:xfrm>
          <a:off x="2708503" y="3159137"/>
          <a:ext cx="1250918" cy="833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u="sng" kern="1200" dirty="0" err="1">
              <a:solidFill>
                <a:schemeClr val="tx1"/>
              </a:solidFill>
            </a:rPr>
            <a:t>Bắt</a:t>
          </a:r>
          <a:r>
            <a:rPr lang="en-US" sz="1800" b="1" u="sng" kern="1200" dirty="0">
              <a:solidFill>
                <a:schemeClr val="tx1"/>
              </a:solidFill>
            </a:rPr>
            <a:t> </a:t>
          </a:r>
          <a:r>
            <a:rPr lang="en-US" sz="1800" b="1" u="sng" kern="1200" dirty="0" err="1">
              <a:solidFill>
                <a:schemeClr val="tx1"/>
              </a:solidFill>
            </a:rPr>
            <a:t>buộc</a:t>
          </a:r>
          <a:r>
            <a:rPr lang="en-US" sz="1800" b="1" u="sng" kern="1200" dirty="0">
              <a:solidFill>
                <a:schemeClr val="tx1"/>
              </a:solidFill>
            </a:rPr>
            <a:t> </a:t>
          </a:r>
          <a:r>
            <a:rPr lang="en-US" sz="1800" b="1" u="sng" kern="1200" dirty="0" err="1">
              <a:solidFill>
                <a:schemeClr val="tx1"/>
              </a:solidFill>
            </a:rPr>
            <a:t>theo</a:t>
          </a:r>
          <a:r>
            <a:rPr lang="en-US" sz="1800" b="1" u="sng" kern="1200" dirty="0">
              <a:solidFill>
                <a:schemeClr val="tx1"/>
              </a:solidFill>
            </a:rPr>
            <a:t> NĐ06</a:t>
          </a:r>
        </a:p>
      </dsp:txBody>
      <dsp:txXfrm>
        <a:off x="2732928" y="3183562"/>
        <a:ext cx="1202068" cy="785095"/>
      </dsp:txXfrm>
    </dsp:sp>
    <dsp:sp modelId="{899A4F01-8D8F-4A6F-8B62-6A93B463B80D}">
      <dsp:nvSpPr>
        <dsp:cNvPr id="0" name=""/>
        <dsp:cNvSpPr/>
      </dsp:nvSpPr>
      <dsp:spPr>
        <a:xfrm>
          <a:off x="3288242" y="3993083"/>
          <a:ext cx="91440" cy="33357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3578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6E7E37-704A-4A61-B76D-FA13A64B80E6}">
      <dsp:nvSpPr>
        <dsp:cNvPr id="0" name=""/>
        <dsp:cNvSpPr/>
      </dsp:nvSpPr>
      <dsp:spPr>
        <a:xfrm>
          <a:off x="2708503" y="4326661"/>
          <a:ext cx="1250918" cy="833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Công ty </a:t>
          </a:r>
          <a:r>
            <a:rPr lang="en-US" sz="1400" kern="1200" dirty="0" err="1"/>
            <a:t>phát</a:t>
          </a:r>
          <a:r>
            <a:rPr lang="en-US" sz="1400" kern="1200" dirty="0"/>
            <a:t> thải KNK VN (QĐ 01)</a:t>
          </a:r>
        </a:p>
      </dsp:txBody>
      <dsp:txXfrm>
        <a:off x="2732928" y="4351086"/>
        <a:ext cx="1202068" cy="785095"/>
      </dsp:txXfrm>
    </dsp:sp>
    <dsp:sp modelId="{650EC50D-2FB7-4ADD-A2E4-B686599EE393}">
      <dsp:nvSpPr>
        <dsp:cNvPr id="0" name=""/>
        <dsp:cNvSpPr/>
      </dsp:nvSpPr>
      <dsp:spPr>
        <a:xfrm>
          <a:off x="4147059" y="2825558"/>
          <a:ext cx="813097" cy="3335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789"/>
              </a:lnTo>
              <a:lnTo>
                <a:pt x="813097" y="166789"/>
              </a:lnTo>
              <a:lnTo>
                <a:pt x="813097" y="333578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D2494A-F5FA-4A60-B2CC-2CE3E9BB30DE}">
      <dsp:nvSpPr>
        <dsp:cNvPr id="0" name=""/>
        <dsp:cNvSpPr/>
      </dsp:nvSpPr>
      <dsp:spPr>
        <a:xfrm>
          <a:off x="4334697" y="3159137"/>
          <a:ext cx="1250918" cy="833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Tự</a:t>
          </a:r>
          <a:r>
            <a:rPr lang="en-US" sz="1400" kern="1200" dirty="0"/>
            <a:t> </a:t>
          </a:r>
          <a:r>
            <a:rPr lang="en-US" sz="1400" kern="1200" dirty="0" err="1"/>
            <a:t>nguyện</a:t>
          </a:r>
          <a:endParaRPr lang="en-US" sz="1400" kern="1200" dirty="0"/>
        </a:p>
      </dsp:txBody>
      <dsp:txXfrm>
        <a:off x="4359122" y="3183562"/>
        <a:ext cx="1202068" cy="785095"/>
      </dsp:txXfrm>
    </dsp:sp>
    <dsp:sp modelId="{7A133809-9D7B-4322-A2B1-B58BF17A8FBC}">
      <dsp:nvSpPr>
        <dsp:cNvPr id="0" name=""/>
        <dsp:cNvSpPr/>
      </dsp:nvSpPr>
      <dsp:spPr>
        <a:xfrm>
          <a:off x="4914437" y="3993083"/>
          <a:ext cx="91440" cy="33357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3578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7C279F-ACA1-4CCF-98BC-1DC01723928A}">
      <dsp:nvSpPr>
        <dsp:cNvPr id="0" name=""/>
        <dsp:cNvSpPr/>
      </dsp:nvSpPr>
      <dsp:spPr>
        <a:xfrm>
          <a:off x="4334697" y="4326661"/>
          <a:ext cx="1250918" cy="833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Công ty </a:t>
          </a:r>
          <a:r>
            <a:rPr lang="en-US" sz="1400" kern="1200" dirty="0" err="1"/>
            <a:t>phát</a:t>
          </a:r>
          <a:r>
            <a:rPr lang="en-US" sz="1400" kern="1200" dirty="0"/>
            <a:t> thải KNK</a:t>
          </a:r>
        </a:p>
      </dsp:txBody>
      <dsp:txXfrm>
        <a:off x="4359122" y="4351086"/>
        <a:ext cx="1202068" cy="785095"/>
      </dsp:txXfrm>
    </dsp:sp>
    <dsp:sp modelId="{D7E6DC00-0E17-49CD-97CC-A20E6FBDA611}">
      <dsp:nvSpPr>
        <dsp:cNvPr id="0" name=""/>
        <dsp:cNvSpPr/>
      </dsp:nvSpPr>
      <dsp:spPr>
        <a:xfrm>
          <a:off x="5773254" y="1658034"/>
          <a:ext cx="1626194" cy="3335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789"/>
              </a:lnTo>
              <a:lnTo>
                <a:pt x="1626194" y="166789"/>
              </a:lnTo>
              <a:lnTo>
                <a:pt x="1626194" y="333578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3CB968-6D76-4A2A-A6A5-BB23AD6B4958}">
      <dsp:nvSpPr>
        <dsp:cNvPr id="0" name=""/>
        <dsp:cNvSpPr/>
      </dsp:nvSpPr>
      <dsp:spPr>
        <a:xfrm>
          <a:off x="6773989" y="1991612"/>
          <a:ext cx="1250918" cy="833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Quốc</a:t>
          </a:r>
          <a:r>
            <a:rPr lang="en-US" sz="1400" kern="1200" dirty="0"/>
            <a:t> tế</a:t>
          </a:r>
        </a:p>
      </dsp:txBody>
      <dsp:txXfrm>
        <a:off x="6798414" y="2016037"/>
        <a:ext cx="1202068" cy="785095"/>
      </dsp:txXfrm>
    </dsp:sp>
    <dsp:sp modelId="{C8BC3807-8581-4A35-8A00-68CC6824EEAD}">
      <dsp:nvSpPr>
        <dsp:cNvPr id="0" name=""/>
        <dsp:cNvSpPr/>
      </dsp:nvSpPr>
      <dsp:spPr>
        <a:xfrm>
          <a:off x="7353728" y="2825558"/>
          <a:ext cx="91440" cy="33357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3578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779E72-27ED-4E5B-9630-F26275F81919}">
      <dsp:nvSpPr>
        <dsp:cNvPr id="0" name=""/>
        <dsp:cNvSpPr/>
      </dsp:nvSpPr>
      <dsp:spPr>
        <a:xfrm>
          <a:off x="6773989" y="3159137"/>
          <a:ext cx="1250918" cy="833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Tự</a:t>
          </a:r>
          <a:r>
            <a:rPr lang="en-US" sz="1400" kern="1200" dirty="0"/>
            <a:t> </a:t>
          </a:r>
          <a:r>
            <a:rPr lang="en-US" sz="1400" kern="1200" dirty="0" err="1"/>
            <a:t>nguyện</a:t>
          </a:r>
          <a:endParaRPr lang="en-US" sz="1400" kern="1200" dirty="0"/>
        </a:p>
      </dsp:txBody>
      <dsp:txXfrm>
        <a:off x="6798414" y="3183562"/>
        <a:ext cx="1202068" cy="785095"/>
      </dsp:txXfrm>
    </dsp:sp>
    <dsp:sp modelId="{FC213588-311A-4CB6-AB1A-5C8A1CFDA1B0}">
      <dsp:nvSpPr>
        <dsp:cNvPr id="0" name=""/>
        <dsp:cNvSpPr/>
      </dsp:nvSpPr>
      <dsp:spPr>
        <a:xfrm>
          <a:off x="6586351" y="3993083"/>
          <a:ext cx="813097" cy="333578"/>
        </a:xfrm>
        <a:custGeom>
          <a:avLst/>
          <a:gdLst/>
          <a:ahLst/>
          <a:cxnLst/>
          <a:rect l="0" t="0" r="0" b="0"/>
          <a:pathLst>
            <a:path>
              <a:moveTo>
                <a:pt x="813097" y="0"/>
              </a:moveTo>
              <a:lnTo>
                <a:pt x="813097" y="166789"/>
              </a:lnTo>
              <a:lnTo>
                <a:pt x="0" y="166789"/>
              </a:lnTo>
              <a:lnTo>
                <a:pt x="0" y="333578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317919-0AEC-4527-B61B-0C21599F786D}">
      <dsp:nvSpPr>
        <dsp:cNvPr id="0" name=""/>
        <dsp:cNvSpPr/>
      </dsp:nvSpPr>
      <dsp:spPr>
        <a:xfrm>
          <a:off x="5960892" y="4326661"/>
          <a:ext cx="1250918" cy="833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Tổ</a:t>
          </a:r>
          <a:r>
            <a:rPr lang="en-US" sz="1400" kern="1200" dirty="0"/>
            <a:t> </a:t>
          </a:r>
          <a:r>
            <a:rPr lang="en-US" sz="1400" kern="1200" dirty="0" err="1"/>
            <a:t>chức</a:t>
          </a:r>
          <a:r>
            <a:rPr lang="en-US" sz="1400" kern="1200" dirty="0"/>
            <a:t> </a:t>
          </a:r>
          <a:r>
            <a:rPr lang="en-US" sz="1400" kern="1200" dirty="0" err="1"/>
            <a:t>quốc</a:t>
          </a:r>
          <a:r>
            <a:rPr lang="en-US" sz="1400" kern="1200" dirty="0"/>
            <a:t> tế </a:t>
          </a:r>
          <a:r>
            <a:rPr lang="en-US" sz="1400" kern="1200" dirty="0" err="1"/>
            <a:t>đầu</a:t>
          </a:r>
          <a:r>
            <a:rPr lang="en-US" sz="1400" kern="1200" dirty="0"/>
            <a:t> </a:t>
          </a:r>
          <a:r>
            <a:rPr lang="en-US" sz="1400" kern="1200" dirty="0" err="1"/>
            <a:t>tư</a:t>
          </a:r>
          <a:r>
            <a:rPr lang="en-US" sz="1400" kern="1200" dirty="0"/>
            <a:t> </a:t>
          </a:r>
          <a:r>
            <a:rPr lang="en-US" sz="1400" kern="1200" dirty="0" err="1"/>
            <a:t>giảm</a:t>
          </a:r>
          <a:r>
            <a:rPr lang="en-US" sz="1400" kern="1200" dirty="0"/>
            <a:t> </a:t>
          </a:r>
          <a:r>
            <a:rPr lang="en-US" sz="1400" kern="1200" dirty="0" err="1"/>
            <a:t>phát</a:t>
          </a:r>
          <a:r>
            <a:rPr lang="en-US" sz="1400" kern="1200" dirty="0"/>
            <a:t> thải LN</a:t>
          </a:r>
        </a:p>
      </dsp:txBody>
      <dsp:txXfrm>
        <a:off x="5985317" y="4351086"/>
        <a:ext cx="1202068" cy="785095"/>
      </dsp:txXfrm>
    </dsp:sp>
    <dsp:sp modelId="{1B809A4B-8E4B-420B-AA62-864629EF634B}">
      <dsp:nvSpPr>
        <dsp:cNvPr id="0" name=""/>
        <dsp:cNvSpPr/>
      </dsp:nvSpPr>
      <dsp:spPr>
        <a:xfrm>
          <a:off x="7399448" y="3993083"/>
          <a:ext cx="813097" cy="3335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789"/>
              </a:lnTo>
              <a:lnTo>
                <a:pt x="813097" y="166789"/>
              </a:lnTo>
              <a:lnTo>
                <a:pt x="813097" y="333578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5CF15E-8D6C-433D-BCB3-F161DCB8EC4F}">
      <dsp:nvSpPr>
        <dsp:cNvPr id="0" name=""/>
        <dsp:cNvSpPr/>
      </dsp:nvSpPr>
      <dsp:spPr>
        <a:xfrm>
          <a:off x="7587086" y="4326661"/>
          <a:ext cx="1250918" cy="833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Công ty nước ngoài </a:t>
          </a:r>
          <a:r>
            <a:rPr lang="en-US" sz="1400" kern="1200" dirty="0" err="1"/>
            <a:t>đầu</a:t>
          </a:r>
          <a:r>
            <a:rPr lang="en-US" sz="1400" kern="1200" dirty="0"/>
            <a:t> </a:t>
          </a:r>
          <a:r>
            <a:rPr lang="en-US" sz="1400" kern="1200" dirty="0" err="1"/>
            <a:t>tư</a:t>
          </a:r>
          <a:r>
            <a:rPr lang="en-US" sz="1400" kern="1200" dirty="0"/>
            <a:t> </a:t>
          </a:r>
          <a:r>
            <a:rPr lang="en-US" sz="1400" kern="1200" dirty="0" err="1"/>
            <a:t>mua</a:t>
          </a:r>
          <a:r>
            <a:rPr lang="en-US" sz="1400" kern="1200" dirty="0"/>
            <a:t> tín </a:t>
          </a:r>
          <a:r>
            <a:rPr lang="en-US" sz="1400" kern="1200" dirty="0" err="1"/>
            <a:t>chỉ</a:t>
          </a:r>
          <a:endParaRPr lang="en-US" sz="1400" kern="1200" dirty="0"/>
        </a:p>
      </dsp:txBody>
      <dsp:txXfrm>
        <a:off x="7611511" y="4351086"/>
        <a:ext cx="1202068" cy="785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9" name="Shape 23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/en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" y="0"/>
            <a:ext cx="9143246" cy="6631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5257800"/>
            <a:ext cx="2161903" cy="1216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" y="0"/>
            <a:ext cx="9143246" cy="6631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518" y="5486234"/>
            <a:ext cx="2170179" cy="981459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Title Text"/>
          <p:cNvSpPr txBox="1">
            <a:spLocks noGrp="1"/>
          </p:cNvSpPr>
          <p:nvPr>
            <p:ph type="title"/>
          </p:nvPr>
        </p:nvSpPr>
        <p:spPr>
          <a:xfrm>
            <a:off x="579437" y="1162050"/>
            <a:ext cx="8107365" cy="14700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9437" y="2803631"/>
            <a:ext cx="8107365" cy="175260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>
                <a:solidFill>
                  <a:srgbClr val="FFFFFF"/>
                </a:solidFill>
              </a:defRPr>
            </a:lvl1pPr>
            <a:lvl2pPr marL="0" indent="0">
              <a:spcBef>
                <a:spcPts val="600"/>
              </a:spcBef>
              <a:buSzTx/>
              <a:buFontTx/>
              <a:buNone/>
              <a:defRPr sz="2800">
                <a:solidFill>
                  <a:srgbClr val="FFFFFF"/>
                </a:solidFill>
              </a:defRPr>
            </a:lvl2pPr>
            <a:lvl3pPr marL="0" indent="0">
              <a:spcBef>
                <a:spcPts val="600"/>
              </a:spcBef>
              <a:buSzTx/>
              <a:buFontTx/>
              <a:buNone/>
              <a:defRPr sz="2800">
                <a:solidFill>
                  <a:srgbClr val="FFFFFF"/>
                </a:solidFill>
              </a:defRPr>
            </a:lvl3pPr>
            <a:lvl4pPr marL="0" indent="0">
              <a:spcBef>
                <a:spcPts val="600"/>
              </a:spcBef>
              <a:buSzTx/>
              <a:buFontTx/>
              <a:buNone/>
              <a:defRPr sz="2800">
                <a:solidFill>
                  <a:srgbClr val="FFFFFF"/>
                </a:solidFill>
              </a:defRPr>
            </a:lvl4pPr>
            <a:lvl5pPr marL="0" indent="0">
              <a:spcBef>
                <a:spcPts val="600"/>
              </a:spcBef>
              <a:buSzTx/>
              <a:buFontTx/>
              <a:buNone/>
              <a:defRPr sz="28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/end slide 1 EDAF PA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" y="0"/>
            <a:ext cx="9143246" cy="6631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5257800"/>
            <a:ext cx="2161903" cy="1216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" y="0"/>
            <a:ext cx="9143246" cy="6631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5445611"/>
            <a:ext cx="2036067" cy="807720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Title Text"/>
          <p:cNvSpPr txBox="1">
            <a:spLocks noGrp="1"/>
          </p:cNvSpPr>
          <p:nvPr>
            <p:ph type="title"/>
          </p:nvPr>
        </p:nvSpPr>
        <p:spPr>
          <a:xfrm>
            <a:off x="579437" y="1162050"/>
            <a:ext cx="8107365" cy="14700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4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9437" y="2803631"/>
            <a:ext cx="8107365" cy="175260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>
                <a:solidFill>
                  <a:srgbClr val="FFFFFF"/>
                </a:solidFill>
              </a:defRPr>
            </a:lvl1pPr>
            <a:lvl2pPr marL="0" indent="0">
              <a:spcBef>
                <a:spcPts val="600"/>
              </a:spcBef>
              <a:buSzTx/>
              <a:buFontTx/>
              <a:buNone/>
              <a:defRPr sz="2800">
                <a:solidFill>
                  <a:srgbClr val="FFFFFF"/>
                </a:solidFill>
              </a:defRPr>
            </a:lvl2pPr>
            <a:lvl3pPr marL="0" indent="0">
              <a:spcBef>
                <a:spcPts val="600"/>
              </a:spcBef>
              <a:buSzTx/>
              <a:buFontTx/>
              <a:buNone/>
              <a:defRPr sz="2800">
                <a:solidFill>
                  <a:srgbClr val="FFFFFF"/>
                </a:solidFill>
              </a:defRPr>
            </a:lvl3pPr>
            <a:lvl4pPr marL="0" indent="0">
              <a:spcBef>
                <a:spcPts val="600"/>
              </a:spcBef>
              <a:buSzTx/>
              <a:buFontTx/>
              <a:buNone/>
              <a:defRPr sz="2800">
                <a:solidFill>
                  <a:srgbClr val="FFFFFF"/>
                </a:solidFill>
              </a:defRPr>
            </a:lvl4pPr>
            <a:lvl5pPr marL="0" indent="0">
              <a:spcBef>
                <a:spcPts val="600"/>
              </a:spcBef>
              <a:buSzTx/>
              <a:buFontTx/>
              <a:buNone/>
              <a:defRPr sz="28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divider 1/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6" descr="Picture 6"/>
          <p:cNvPicPr>
            <a:picLocks noChangeAspect="1"/>
          </p:cNvPicPr>
          <p:nvPr/>
        </p:nvPicPr>
        <p:blipFill>
          <a:blip r:embed="rId2"/>
          <a:srcRect t="293" b="980"/>
          <a:stretch>
            <a:fillRect/>
          </a:stretch>
        </p:blipFill>
        <p:spPr>
          <a:xfrm>
            <a:off x="0" y="-2"/>
            <a:ext cx="9144000" cy="6858004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Picture 7" descr="Picture 7"/>
          <p:cNvPicPr>
            <a:picLocks noChangeAspect="1"/>
          </p:cNvPicPr>
          <p:nvPr/>
        </p:nvPicPr>
        <p:blipFill>
          <a:blip r:embed="rId3"/>
          <a:srcRect b="43177"/>
          <a:stretch>
            <a:fillRect/>
          </a:stretch>
        </p:blipFill>
        <p:spPr>
          <a:xfrm>
            <a:off x="0" y="5715000"/>
            <a:ext cx="9143246" cy="1143000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xfrm>
            <a:off x="579437" y="2160588"/>
            <a:ext cx="8107365" cy="14700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79437" y="1524000"/>
            <a:ext cx="8107365" cy="58521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00"/>
              </a:spcBef>
              <a:buSzTx/>
              <a:buFontTx/>
              <a:buNone/>
              <a:defRPr sz="3200">
                <a:solidFill>
                  <a:srgbClr val="FFFFFF"/>
                </a:solidFill>
              </a:defRPr>
            </a:lvl1pPr>
            <a:lvl2pPr marL="0" indent="0">
              <a:spcBef>
                <a:spcPts val="700"/>
              </a:spcBef>
              <a:buSzTx/>
              <a:buFontTx/>
              <a:buNone/>
              <a:defRPr sz="3200">
                <a:solidFill>
                  <a:srgbClr val="FFFFFF"/>
                </a:solidFill>
              </a:defRPr>
            </a:lvl2pPr>
            <a:lvl3pPr marL="0" indent="0">
              <a:spcBef>
                <a:spcPts val="700"/>
              </a:spcBef>
              <a:buSzTx/>
              <a:buFontTx/>
              <a:buNone/>
              <a:defRPr sz="3200">
                <a:solidFill>
                  <a:srgbClr val="FFFFFF"/>
                </a:solidFill>
              </a:defRPr>
            </a:lvl3pPr>
            <a:lvl4pPr marL="0" indent="0">
              <a:spcBef>
                <a:spcPts val="700"/>
              </a:spcBef>
              <a:buSzTx/>
              <a:buFontTx/>
              <a:buNone/>
              <a:defRPr sz="3200">
                <a:solidFill>
                  <a:srgbClr val="FFFFFF"/>
                </a:solidFill>
              </a:defRPr>
            </a:lvl4pPr>
            <a:lvl5pPr marL="0" indent="0">
              <a:spcBef>
                <a:spcPts val="700"/>
              </a:spcBef>
              <a:buSzTx/>
              <a:buFontTx/>
              <a:buNone/>
              <a:defRPr sz="32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" descr="Picture 6"/>
          <p:cNvPicPr>
            <a:picLocks noChangeAspect="1"/>
          </p:cNvPicPr>
          <p:nvPr/>
        </p:nvPicPr>
        <p:blipFill>
          <a:blip r:embed="rId2"/>
          <a:srcRect b="43177"/>
          <a:stretch>
            <a:fillRect/>
          </a:stretch>
        </p:blipFill>
        <p:spPr>
          <a:xfrm>
            <a:off x="0" y="5715000"/>
            <a:ext cx="9143246" cy="1143000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xfrm>
            <a:off x="579437" y="2160588"/>
            <a:ext cx="8107365" cy="14700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6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79437" y="1524000"/>
            <a:ext cx="8107365" cy="58521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00"/>
              </a:spcBef>
              <a:buSzTx/>
              <a:buFontTx/>
              <a:buNone/>
              <a:defRPr sz="3200">
                <a:solidFill>
                  <a:schemeClr val="accent1"/>
                </a:solidFill>
              </a:defRPr>
            </a:lvl1pPr>
            <a:lvl2pPr marL="0" indent="0">
              <a:spcBef>
                <a:spcPts val="700"/>
              </a:spcBef>
              <a:buSzTx/>
              <a:buFontTx/>
              <a:buNone/>
              <a:defRPr sz="3200">
                <a:solidFill>
                  <a:schemeClr val="accent1"/>
                </a:solidFill>
              </a:defRPr>
            </a:lvl2pPr>
            <a:lvl3pPr marL="0" indent="0">
              <a:spcBef>
                <a:spcPts val="700"/>
              </a:spcBef>
              <a:buSzTx/>
              <a:buFontTx/>
              <a:buNone/>
              <a:defRPr sz="3200">
                <a:solidFill>
                  <a:schemeClr val="accent1"/>
                </a:solidFill>
              </a:defRPr>
            </a:lvl3pPr>
            <a:lvl4pPr marL="0" indent="0">
              <a:spcBef>
                <a:spcPts val="700"/>
              </a:spcBef>
              <a:buSzTx/>
              <a:buFontTx/>
              <a:buNone/>
              <a:defRPr sz="3200">
                <a:solidFill>
                  <a:schemeClr val="accent1"/>
                </a:solidFill>
              </a:defRPr>
            </a:lvl4pPr>
            <a:lvl5pPr marL="0" indent="0">
              <a:spcBef>
                <a:spcPts val="700"/>
              </a:spcBef>
              <a:buSzTx/>
              <a:buFontTx/>
              <a:buNone/>
              <a:defRPr sz="3200">
                <a:solidFill>
                  <a:schemeClr val="accent1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6" descr="Picture 6"/>
          <p:cNvPicPr>
            <a:picLocks noChangeAspect="1"/>
          </p:cNvPicPr>
          <p:nvPr/>
        </p:nvPicPr>
        <p:blipFill>
          <a:blip r:embed="rId2"/>
          <a:srcRect b="43177"/>
          <a:stretch>
            <a:fillRect/>
          </a:stretch>
        </p:blipFill>
        <p:spPr>
          <a:xfrm>
            <a:off x="0" y="5715000"/>
            <a:ext cx="9143246" cy="11430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Click to edit quote"/>
          <p:cNvSpPr txBox="1">
            <a:spLocks noGrp="1"/>
          </p:cNvSpPr>
          <p:nvPr>
            <p:ph type="title" hasCustomPrompt="1"/>
          </p:nvPr>
        </p:nvSpPr>
        <p:spPr>
          <a:xfrm>
            <a:off x="579437" y="2173288"/>
            <a:ext cx="7993065" cy="91440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t>Click to edit quote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393322" y="3328987"/>
            <a:ext cx="4179178" cy="1400670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buSzTx/>
              <a:buFontTx/>
              <a:buNone/>
              <a:defRPr sz="2000"/>
            </a:lvl1pPr>
            <a:lvl2pPr marL="0" indent="0" algn="r">
              <a:spcBef>
                <a:spcPts val="0"/>
              </a:spcBef>
              <a:buSzTx/>
              <a:buFontTx/>
              <a:buNone/>
              <a:defRPr sz="2000"/>
            </a:lvl2pPr>
            <a:lvl3pPr marL="0" indent="0" algn="r">
              <a:spcBef>
                <a:spcPts val="0"/>
              </a:spcBef>
              <a:buSzTx/>
              <a:buFontTx/>
              <a:buNone/>
              <a:defRPr sz="2000"/>
            </a:lvl3pPr>
            <a:lvl4pPr marL="0" indent="0" algn="r">
              <a:spcBef>
                <a:spcPts val="0"/>
              </a:spcBef>
              <a:buSzTx/>
              <a:buFontTx/>
              <a:buNone/>
              <a:defRPr sz="2000"/>
            </a:lvl4pPr>
            <a:lvl5pPr marL="0" indent="0" algn="r">
              <a:spcBef>
                <a:spcPts val="0"/>
              </a:spcBef>
              <a:buSzTx/>
              <a:buFontTx/>
              <a:buNone/>
              <a:defRPr sz="2000"/>
            </a:lvl5pPr>
          </a:lstStyle>
          <a:p>
            <a:r>
              <a:t>Click to edit attribution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xfrm>
            <a:off x="579437" y="342900"/>
            <a:ext cx="8564565" cy="6858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9437" y="1371600"/>
            <a:ext cx="3916365" cy="4754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 marL="790575" indent="-333375">
              <a:defRPr sz="2800"/>
            </a:lvl2pPr>
            <a:lvl3pPr marL="1234438" indent="-320038">
              <a:defRPr sz="2800"/>
            </a:lvl3pPr>
            <a:lvl4pPr marL="1727200" indent="-355600">
              <a:defRPr sz="2800"/>
            </a:lvl4pPr>
            <a:lvl5pPr marL="2184400" indent="-355600"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itle Text"/>
          <p:cNvSpPr txBox="1">
            <a:spLocks noGrp="1"/>
          </p:cNvSpPr>
          <p:nvPr>
            <p:ph type="title"/>
          </p:nvPr>
        </p:nvSpPr>
        <p:spPr>
          <a:xfrm>
            <a:off x="579437" y="2160588"/>
            <a:ext cx="8107365" cy="14700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79437" y="1524000"/>
            <a:ext cx="8107365" cy="585217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>
              <a:buSzTx/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>
              <a:buSzTx/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>
              <a:buSzTx/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>
              <a:buSzTx/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divider 2 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itle Text"/>
          <p:cNvSpPr txBox="1">
            <a:spLocks noGrp="1"/>
          </p:cNvSpPr>
          <p:nvPr>
            <p:ph type="title"/>
          </p:nvPr>
        </p:nvSpPr>
        <p:spPr>
          <a:xfrm>
            <a:off x="579437" y="2160588"/>
            <a:ext cx="8107365" cy="14700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7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79437" y="1524000"/>
            <a:ext cx="8107365" cy="585217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>
              <a:buSzTx/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>
              <a:buSzTx/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>
              <a:buSzTx/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>
              <a:buSzTx/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n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icture Placeholder 7"/>
          <p:cNvSpPr>
            <a:spLocks noGrp="1"/>
          </p:cNvSpPr>
          <p:nvPr>
            <p:ph type="pic" idx="13"/>
          </p:nvPr>
        </p:nvSpPr>
        <p:spPr>
          <a:xfrm>
            <a:off x="0" y="0"/>
            <a:ext cx="9144000" cy="4800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8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79437" y="4800600"/>
            <a:ext cx="3306765" cy="20574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90000"/>
              </a:lnSpc>
              <a:buSzTx/>
              <a:buFontTx/>
              <a:buNone/>
              <a:defRPr sz="2400">
                <a:solidFill>
                  <a:schemeClr val="accent1"/>
                </a:solidFill>
              </a:defRPr>
            </a:lvl1pPr>
            <a:lvl2pPr marL="742950" indent="-285750">
              <a:lnSpc>
                <a:spcPct val="90000"/>
              </a:lnSpc>
              <a:buFontTx/>
              <a:defRPr sz="2400">
                <a:solidFill>
                  <a:schemeClr val="accent1"/>
                </a:solidFill>
              </a:defRPr>
            </a:lvl2pPr>
            <a:lvl3pPr marL="1188719" indent="-274319">
              <a:lnSpc>
                <a:spcPct val="90000"/>
              </a:lnSpc>
              <a:buFontTx/>
              <a:defRPr sz="2400">
                <a:solidFill>
                  <a:schemeClr val="accent1"/>
                </a:solidFill>
              </a:defRPr>
            </a:lvl3pPr>
            <a:lvl4pPr marL="1714500" indent="-342900">
              <a:lnSpc>
                <a:spcPct val="90000"/>
              </a:lnSpc>
              <a:buFontTx/>
              <a:defRPr sz="2400">
                <a:solidFill>
                  <a:schemeClr val="accent1"/>
                </a:solidFill>
              </a:defRPr>
            </a:lvl4pPr>
            <a:lvl5pPr marL="2171700" indent="-342900">
              <a:lnSpc>
                <a:spcPct val="90000"/>
              </a:lnSpc>
              <a:buFontTx/>
              <a:defRPr sz="2400">
                <a:solidFill>
                  <a:schemeClr val="accent1"/>
                </a:solidFill>
              </a:defRPr>
            </a:lvl5pPr>
          </a:lstStyle>
          <a:p>
            <a:r>
              <a:t>Click to insertauthor info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n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182" y="5202251"/>
            <a:ext cx="2743203" cy="1240607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Picture Placeholder 7"/>
          <p:cNvSpPr>
            <a:spLocks noGrp="1"/>
          </p:cNvSpPr>
          <p:nvPr>
            <p:ph type="pic" idx="13"/>
          </p:nvPr>
        </p:nvSpPr>
        <p:spPr>
          <a:xfrm>
            <a:off x="0" y="0"/>
            <a:ext cx="9144000" cy="4800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9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79437" y="4800600"/>
            <a:ext cx="3306765" cy="2057400"/>
          </a:xfrm>
          <a:prstGeom prst="rect">
            <a:avLst/>
          </a:prstGeom>
        </p:spPr>
        <p:txBody>
          <a:bodyPr lIns="45718" tIns="45718" rIns="45718" bIns="45718" anchor="ctr"/>
          <a:lstStyle>
            <a:lvl1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400">
                <a:solidFill>
                  <a:schemeClr val="accent1"/>
                </a:solidFill>
              </a:defRPr>
            </a:lvl1pPr>
            <a:lvl2pPr marL="702127" indent="-244927">
              <a:lnSpc>
                <a:spcPct val="90000"/>
              </a:lnSpc>
              <a:spcBef>
                <a:spcPts val="500"/>
              </a:spcBef>
              <a:buFontTx/>
              <a:defRPr sz="2400">
                <a:solidFill>
                  <a:schemeClr val="accent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Tx/>
              <a:defRPr sz="2400">
                <a:solidFill>
                  <a:schemeClr val="accent1"/>
                </a:solidFill>
              </a:defRPr>
            </a:lvl3pPr>
            <a:lvl4pPr marL="1645920" indent="-274319">
              <a:lnSpc>
                <a:spcPct val="90000"/>
              </a:lnSpc>
              <a:spcBef>
                <a:spcPts val="500"/>
              </a:spcBef>
              <a:buFontTx/>
              <a:defRPr sz="2400">
                <a:solidFill>
                  <a:schemeClr val="accent1"/>
                </a:solidFill>
              </a:defRPr>
            </a:lvl4pPr>
            <a:lvl5pPr marL="2103120" indent="-274320">
              <a:lnSpc>
                <a:spcPct val="90000"/>
              </a:lnSpc>
              <a:spcBef>
                <a:spcPts val="500"/>
              </a:spcBef>
              <a:buFontTx/>
              <a:defRPr sz="2400">
                <a:solidFill>
                  <a:schemeClr val="accent1"/>
                </a:solidFill>
              </a:defRPr>
            </a:lvl5pPr>
          </a:lstStyle>
          <a:p>
            <a:r>
              <a:t>Click to insertauthor info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nd slide 2 ED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5" y="5175055"/>
            <a:ext cx="2610208" cy="1273176"/>
          </a:xfrm>
          <a:prstGeom prst="rect">
            <a:avLst/>
          </a:prstGeom>
          <a:ln w="12700">
            <a:miter lim="400000"/>
          </a:ln>
        </p:spPr>
      </p:pic>
      <p:sp>
        <p:nvSpPr>
          <p:cNvPr id="204" name="Picture Placeholder 7"/>
          <p:cNvSpPr>
            <a:spLocks noGrp="1"/>
          </p:cNvSpPr>
          <p:nvPr>
            <p:ph type="pic" idx="13"/>
          </p:nvPr>
        </p:nvSpPr>
        <p:spPr>
          <a:xfrm>
            <a:off x="0" y="0"/>
            <a:ext cx="9144000" cy="4800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0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79437" y="4800600"/>
            <a:ext cx="3306765" cy="2057400"/>
          </a:xfrm>
          <a:prstGeom prst="rect">
            <a:avLst/>
          </a:prstGeom>
        </p:spPr>
        <p:txBody>
          <a:bodyPr lIns="45718" tIns="45718" rIns="45718" bIns="45718" anchor="ctr"/>
          <a:lstStyle>
            <a:lvl1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400">
                <a:solidFill>
                  <a:schemeClr val="accent1"/>
                </a:solidFill>
              </a:defRPr>
            </a:lvl1pPr>
            <a:lvl2pPr marL="702127" indent="-244927">
              <a:lnSpc>
                <a:spcPct val="90000"/>
              </a:lnSpc>
              <a:spcBef>
                <a:spcPts val="500"/>
              </a:spcBef>
              <a:buFontTx/>
              <a:defRPr sz="2400">
                <a:solidFill>
                  <a:schemeClr val="accent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Tx/>
              <a:defRPr sz="2400">
                <a:solidFill>
                  <a:schemeClr val="accent1"/>
                </a:solidFill>
              </a:defRPr>
            </a:lvl3pPr>
            <a:lvl4pPr marL="1645920" indent="-274319">
              <a:lnSpc>
                <a:spcPct val="90000"/>
              </a:lnSpc>
              <a:spcBef>
                <a:spcPts val="500"/>
              </a:spcBef>
              <a:buFontTx/>
              <a:defRPr sz="2400">
                <a:solidFill>
                  <a:schemeClr val="accent1"/>
                </a:solidFill>
              </a:defRPr>
            </a:lvl4pPr>
            <a:lvl5pPr marL="2103120" indent="-274320">
              <a:lnSpc>
                <a:spcPct val="90000"/>
              </a:lnSpc>
              <a:spcBef>
                <a:spcPts val="500"/>
              </a:spcBef>
              <a:buFontTx/>
              <a:defRPr sz="2400">
                <a:solidFill>
                  <a:schemeClr val="accent1"/>
                </a:solidFill>
              </a:defRPr>
            </a:lvl5pPr>
          </a:lstStyle>
          <a:p>
            <a:r>
              <a:t>Click to insertauthor info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nd slide 2 EDAF PA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5" y="5176668"/>
            <a:ext cx="2611180" cy="1035874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Picture Placeholder 7"/>
          <p:cNvSpPr>
            <a:spLocks noGrp="1"/>
          </p:cNvSpPr>
          <p:nvPr>
            <p:ph type="pic" idx="13"/>
          </p:nvPr>
        </p:nvSpPr>
        <p:spPr>
          <a:xfrm>
            <a:off x="0" y="0"/>
            <a:ext cx="9144000" cy="4800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1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79437" y="4800600"/>
            <a:ext cx="3306765" cy="2057400"/>
          </a:xfrm>
          <a:prstGeom prst="rect">
            <a:avLst/>
          </a:prstGeom>
        </p:spPr>
        <p:txBody>
          <a:bodyPr lIns="45718" tIns="45718" rIns="45718" bIns="45718" anchor="ctr"/>
          <a:lstStyle>
            <a:lvl1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400">
                <a:solidFill>
                  <a:schemeClr val="accent1"/>
                </a:solidFill>
              </a:defRPr>
            </a:lvl1pPr>
            <a:lvl2pPr marL="702127" indent="-244927">
              <a:lnSpc>
                <a:spcPct val="90000"/>
              </a:lnSpc>
              <a:spcBef>
                <a:spcPts val="500"/>
              </a:spcBef>
              <a:buFontTx/>
              <a:defRPr sz="2400">
                <a:solidFill>
                  <a:schemeClr val="accent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Tx/>
              <a:defRPr sz="2400">
                <a:solidFill>
                  <a:schemeClr val="accent1"/>
                </a:solidFill>
              </a:defRPr>
            </a:lvl3pPr>
            <a:lvl4pPr marL="1645920" indent="-274319">
              <a:lnSpc>
                <a:spcPct val="90000"/>
              </a:lnSpc>
              <a:spcBef>
                <a:spcPts val="500"/>
              </a:spcBef>
              <a:buFontTx/>
              <a:defRPr sz="2400">
                <a:solidFill>
                  <a:schemeClr val="accent1"/>
                </a:solidFill>
              </a:defRPr>
            </a:lvl4pPr>
            <a:lvl5pPr marL="2103120" indent="-274320">
              <a:lnSpc>
                <a:spcPct val="90000"/>
              </a:lnSpc>
              <a:spcBef>
                <a:spcPts val="500"/>
              </a:spcBef>
              <a:buFontTx/>
              <a:defRPr sz="2400">
                <a:solidFill>
                  <a:schemeClr val="accent1"/>
                </a:solidFill>
              </a:defRPr>
            </a:lvl5pPr>
          </a:lstStyle>
          <a:p>
            <a:r>
              <a:t>Click to insertauthor info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icture Placeholder 4"/>
          <p:cNvSpPr>
            <a:spLocks noGrp="1"/>
          </p:cNvSpPr>
          <p:nvPr>
            <p:ph type="pic" idx="13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4" name="Click to edit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Click to edit title</a:t>
            </a:r>
          </a:p>
        </p:txBody>
      </p:sp>
      <p:sp>
        <p:nvSpPr>
          <p:cNvPr id="2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Picture 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24525" y="5565775"/>
            <a:ext cx="3419475" cy="129222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Click to edit title"/>
          <p:cNvSpPr txBox="1">
            <a:spLocks noGrp="1"/>
          </p:cNvSpPr>
          <p:nvPr>
            <p:ph type="title" hasCustomPrompt="1"/>
          </p:nvPr>
        </p:nvSpPr>
        <p:spPr>
          <a:xfrm>
            <a:off x="579437" y="342900"/>
            <a:ext cx="8107365" cy="68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t>Click to edit title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579437" y="1371600"/>
            <a:ext cx="8107365" cy="4273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t>Click to insert bullets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79548" y="6224225"/>
            <a:ext cx="273653" cy="264251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9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ransition spd="med"/>
  <p:txStyles>
    <p:titleStyle>
      <a:lvl1pPr marL="0" marR="0" indent="0" algn="l" defTabSz="914400" rtl="0" latinLnBrk="0">
        <a:lnSpc>
          <a:spcPct val="9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173D9A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9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173D9A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9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173D9A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9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173D9A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9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173D9A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9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173D9A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9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173D9A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9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173D9A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9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173D9A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31775" marR="0" indent="-231775" algn="l" defTabSz="914400" rtl="0" latinLnBrk="0">
        <a:lnSpc>
          <a:spcPct val="95000"/>
        </a:lnSpc>
        <a:spcBef>
          <a:spcPts val="18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173D9A"/>
          </a:solidFill>
          <a:uFillTx/>
          <a:latin typeface="Arial"/>
          <a:ea typeface="Arial"/>
          <a:cs typeface="Arial"/>
          <a:sym typeface="Arial"/>
        </a:defRPr>
      </a:lvl1pPr>
      <a:lvl2pPr marL="814387" marR="0" indent="-357187" algn="l" defTabSz="914400" rtl="0" latinLnBrk="0">
        <a:lnSpc>
          <a:spcPct val="95000"/>
        </a:lnSpc>
        <a:spcBef>
          <a:spcPts val="1800"/>
        </a:spcBef>
        <a:spcAft>
          <a:spcPts val="0"/>
        </a:spcAft>
        <a:buClrTx/>
        <a:buSzPct val="100000"/>
        <a:buFont typeface="Arial"/>
        <a:buChar char="–"/>
        <a:tabLst/>
        <a:defRPr sz="3000" b="0" i="0" u="none" strike="noStrike" cap="none" spc="0" baseline="0">
          <a:solidFill>
            <a:srgbClr val="173D9A"/>
          </a:solidFill>
          <a:uFillTx/>
          <a:latin typeface="Arial"/>
          <a:ea typeface="Arial"/>
          <a:cs typeface="Arial"/>
          <a:sym typeface="Arial"/>
        </a:defRPr>
      </a:lvl2pPr>
      <a:lvl3pPr marL="1257300" marR="0" indent="-342900" algn="l" defTabSz="914400" rtl="0" latinLnBrk="0">
        <a:lnSpc>
          <a:spcPct val="95000"/>
        </a:lnSpc>
        <a:spcBef>
          <a:spcPts val="18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173D9A"/>
          </a:solidFill>
          <a:uFillTx/>
          <a:latin typeface="Arial"/>
          <a:ea typeface="Arial"/>
          <a:cs typeface="Arial"/>
          <a:sym typeface="Arial"/>
        </a:defRPr>
      </a:lvl3pPr>
      <a:lvl4pPr marL="1800225" marR="0" indent="-428625" algn="l" defTabSz="914400" rtl="0" latinLnBrk="0">
        <a:lnSpc>
          <a:spcPct val="95000"/>
        </a:lnSpc>
        <a:spcBef>
          <a:spcPts val="1800"/>
        </a:spcBef>
        <a:spcAft>
          <a:spcPts val="0"/>
        </a:spcAft>
        <a:buClrTx/>
        <a:buSzPct val="100000"/>
        <a:buFont typeface="Arial"/>
        <a:buChar char="–"/>
        <a:tabLst/>
        <a:defRPr sz="3000" b="0" i="0" u="none" strike="noStrike" cap="none" spc="0" baseline="0">
          <a:solidFill>
            <a:srgbClr val="173D9A"/>
          </a:solidFill>
          <a:uFillTx/>
          <a:latin typeface="Arial"/>
          <a:ea typeface="Arial"/>
          <a:cs typeface="Arial"/>
          <a:sym typeface="Arial"/>
        </a:defRPr>
      </a:lvl4pPr>
      <a:lvl5pPr marL="2257425" marR="0" indent="-428625" algn="l" defTabSz="914400" rtl="0" latinLnBrk="0">
        <a:lnSpc>
          <a:spcPct val="95000"/>
        </a:lnSpc>
        <a:spcBef>
          <a:spcPts val="1800"/>
        </a:spcBef>
        <a:spcAft>
          <a:spcPts val="0"/>
        </a:spcAft>
        <a:buClrTx/>
        <a:buSzPct val="100000"/>
        <a:buFont typeface="Arial"/>
        <a:buChar char="»"/>
        <a:tabLst/>
        <a:defRPr sz="3000" b="0" i="0" u="none" strike="noStrike" cap="none" spc="0" baseline="0">
          <a:solidFill>
            <a:srgbClr val="173D9A"/>
          </a:solidFill>
          <a:uFillTx/>
          <a:latin typeface="Arial"/>
          <a:ea typeface="Arial"/>
          <a:cs typeface="Arial"/>
          <a:sym typeface="Arial"/>
        </a:defRPr>
      </a:lvl5pPr>
      <a:lvl6pPr marL="2628900" marR="0" indent="-342900" algn="l" defTabSz="914400" rtl="0" latinLnBrk="0">
        <a:lnSpc>
          <a:spcPct val="95000"/>
        </a:lnSpc>
        <a:spcBef>
          <a:spcPts val="18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173D9A"/>
          </a:solidFill>
          <a:uFillTx/>
          <a:latin typeface="Arial"/>
          <a:ea typeface="Arial"/>
          <a:cs typeface="Arial"/>
          <a:sym typeface="Arial"/>
        </a:defRPr>
      </a:lvl6pPr>
      <a:lvl7pPr marL="3086100" marR="0" indent="-342900" algn="l" defTabSz="914400" rtl="0" latinLnBrk="0">
        <a:lnSpc>
          <a:spcPct val="95000"/>
        </a:lnSpc>
        <a:spcBef>
          <a:spcPts val="18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173D9A"/>
          </a:solidFill>
          <a:uFillTx/>
          <a:latin typeface="Arial"/>
          <a:ea typeface="Arial"/>
          <a:cs typeface="Arial"/>
          <a:sym typeface="Arial"/>
        </a:defRPr>
      </a:lvl7pPr>
      <a:lvl8pPr marL="3543300" marR="0" indent="-342900" algn="l" defTabSz="914400" rtl="0" latinLnBrk="0">
        <a:lnSpc>
          <a:spcPct val="95000"/>
        </a:lnSpc>
        <a:spcBef>
          <a:spcPts val="18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173D9A"/>
          </a:solidFill>
          <a:uFillTx/>
          <a:latin typeface="Arial"/>
          <a:ea typeface="Arial"/>
          <a:cs typeface="Arial"/>
          <a:sym typeface="Arial"/>
        </a:defRPr>
      </a:lvl8pPr>
      <a:lvl9pPr marL="4000500" marR="0" indent="-342900" algn="l" defTabSz="914400" rtl="0" latinLnBrk="0">
        <a:lnSpc>
          <a:spcPct val="95000"/>
        </a:lnSpc>
        <a:spcBef>
          <a:spcPts val="18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173D9A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F30F986-0CB4-4B7D-A6E6-5D045E02FB83}"/>
              </a:ext>
            </a:extLst>
          </p:cNvPr>
          <p:cNvGrpSpPr/>
          <p:nvPr/>
        </p:nvGrpSpPr>
        <p:grpSpPr>
          <a:xfrm>
            <a:off x="-137352" y="108688"/>
            <a:ext cx="9384134" cy="1062041"/>
            <a:chOff x="-137352" y="108688"/>
            <a:chExt cx="9384134" cy="106204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7AE32FB-5563-4300-BE2B-005AB7307B41}"/>
                </a:ext>
              </a:extLst>
            </p:cNvPr>
            <p:cNvCxnSpPr/>
            <p:nvPr/>
          </p:nvCxnSpPr>
          <p:spPr>
            <a:xfrm>
              <a:off x="1" y="1170729"/>
              <a:ext cx="9139220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F3B8A67-AA99-4C98-932F-1390A0D1EF6E}"/>
                </a:ext>
              </a:extLst>
            </p:cNvPr>
            <p:cNvGrpSpPr/>
            <p:nvPr/>
          </p:nvGrpSpPr>
          <p:grpSpPr>
            <a:xfrm>
              <a:off x="-137352" y="108688"/>
              <a:ext cx="9384134" cy="1062041"/>
              <a:chOff x="-137352" y="108688"/>
              <a:chExt cx="9384134" cy="1062041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345D2E5-D0DA-4B66-8BA7-93B34B4C6927}"/>
                  </a:ext>
                </a:extLst>
              </p:cNvPr>
              <p:cNvGrpSpPr/>
              <p:nvPr/>
            </p:nvGrpSpPr>
            <p:grpSpPr>
              <a:xfrm>
                <a:off x="4772084" y="246242"/>
                <a:ext cx="4474698" cy="739454"/>
                <a:chOff x="-11407" y="1294691"/>
                <a:chExt cx="12192001" cy="697389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D4E119C-1B5A-4E5D-B000-70B625D30398}"/>
                    </a:ext>
                  </a:extLst>
                </p:cNvPr>
                <p:cNvSpPr txBox="1"/>
                <p:nvPr/>
              </p:nvSpPr>
              <p:spPr>
                <a:xfrm>
                  <a:off x="-11407" y="1294691"/>
                  <a:ext cx="12192001" cy="4934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342900"/>
                  <a:r>
                    <a:rPr lang="en-US" sz="1400" dirty="0" err="1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DỰ</a:t>
                  </a:r>
                  <a:r>
                    <a:rPr lang="en-US" sz="1400" dirty="0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sz="1400" dirty="0" err="1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ÁN</a:t>
                  </a:r>
                  <a:r>
                    <a:rPr lang="en-US" sz="1400" dirty="0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QUẢN LÝ </a:t>
                  </a:r>
                  <a:r>
                    <a:rPr lang="en-US" sz="1400" dirty="0" err="1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RỪNG</a:t>
                  </a:r>
                  <a:r>
                    <a:rPr lang="en-US" sz="1400" dirty="0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sz="1400" dirty="0" err="1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BỀN</a:t>
                  </a:r>
                  <a:r>
                    <a:rPr lang="en-US" sz="1400" dirty="0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sz="1400" dirty="0" err="1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VỮNG</a:t>
                  </a:r>
                  <a:r>
                    <a:rPr lang="en-US" sz="1400" dirty="0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sz="1400" dirty="0" err="1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VÀ</a:t>
                  </a:r>
                  <a:r>
                    <a:rPr lang="en-US" sz="1400" dirty="0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BẢO </a:t>
                  </a:r>
                  <a:r>
                    <a:rPr lang="en-US" sz="1400" dirty="0" err="1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TỒN</a:t>
                  </a:r>
                  <a:r>
                    <a:rPr lang="en-US" sz="1400" dirty="0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sz="1400" dirty="0" err="1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ĐA</a:t>
                  </a:r>
                  <a:r>
                    <a:rPr lang="en-US" sz="1400" dirty="0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sz="1400" dirty="0" err="1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DẠNG</a:t>
                  </a:r>
                  <a:r>
                    <a:rPr lang="en-US" sz="1400" dirty="0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sz="1400" dirty="0" err="1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SINH</a:t>
                  </a:r>
                  <a:r>
                    <a:rPr lang="en-US" sz="1400" dirty="0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sz="1400" dirty="0" err="1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HỌC</a:t>
                  </a:r>
                  <a:r>
                    <a:rPr lang="en-US" sz="1400" dirty="0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(VFBC)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23573B6-F189-464F-B492-85745C5EA48B}"/>
                    </a:ext>
                  </a:extLst>
                </p:cNvPr>
                <p:cNvSpPr txBox="1"/>
                <p:nvPr/>
              </p:nvSpPr>
              <p:spPr>
                <a:xfrm>
                  <a:off x="-11404" y="1730839"/>
                  <a:ext cx="12191998" cy="2612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342900"/>
                  <a:r>
                    <a:rPr lang="en-US" sz="1200" b="1" dirty="0" err="1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HỢP</a:t>
                  </a:r>
                  <a:r>
                    <a:rPr lang="en-US" sz="1200" b="1" dirty="0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sz="1200" b="1" dirty="0" err="1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PHẦN</a:t>
                  </a:r>
                  <a:r>
                    <a:rPr lang="en-US" sz="1200" b="1" dirty="0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QUẢN LÝ </a:t>
                  </a:r>
                  <a:r>
                    <a:rPr lang="en-US" sz="1200" b="1" dirty="0" err="1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RỪNG</a:t>
                  </a:r>
                  <a:r>
                    <a:rPr lang="en-US" sz="1200" b="1" dirty="0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sz="1200" b="1" dirty="0" err="1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BỀN</a:t>
                  </a:r>
                  <a:r>
                    <a:rPr lang="en-US" sz="1200" b="1" dirty="0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sz="1200" b="1" dirty="0" err="1">
                      <a:solidFill>
                        <a:srgbClr val="002F6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VỮNG</a:t>
                  </a:r>
                  <a:endParaRPr lang="en-US" sz="1200" b="1" dirty="0">
                    <a:solidFill>
                      <a:srgbClr val="002F6C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D377B934-6C79-4A05-AA87-8D638E3ADDAA}"/>
                  </a:ext>
                </a:extLst>
              </p:cNvPr>
              <p:cNvGrpSpPr/>
              <p:nvPr/>
            </p:nvGrpSpPr>
            <p:grpSpPr>
              <a:xfrm>
                <a:off x="-137352" y="108688"/>
                <a:ext cx="4622355" cy="1062041"/>
                <a:chOff x="-137352" y="108688"/>
                <a:chExt cx="4622355" cy="1062041"/>
              </a:xfrm>
            </p:grpSpPr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0E399048-E860-4122-88D5-70D0028D7F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25945" y="270938"/>
                  <a:ext cx="659058" cy="6427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" name="Picture 25" descr="Logo&#10;&#10;Description automatically generated">
                  <a:extLst>
                    <a:ext uri="{FF2B5EF4-FFF2-40B4-BE49-F238E27FC236}">
                      <a16:creationId xmlns:a16="http://schemas.microsoft.com/office/drawing/2014/main" id="{D384C55A-EC6D-41F0-9F9B-CF8E15148F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-137352" y="108688"/>
                  <a:ext cx="2681283" cy="1062041"/>
                </a:xfrm>
                <a:prstGeom prst="rect">
                  <a:avLst/>
                </a:prstGeom>
              </p:spPr>
            </p:pic>
            <p:pic>
              <p:nvPicPr>
                <p:cNvPr id="4" name="Picture 3" descr="Logo&#10;&#10;Description automatically generated">
                  <a:extLst>
                    <a:ext uri="{FF2B5EF4-FFF2-40B4-BE49-F238E27FC236}">
                      <a16:creationId xmlns:a16="http://schemas.microsoft.com/office/drawing/2014/main" id="{623117F4-46C5-43FD-83B3-85535CC1B6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28993" y="270938"/>
                  <a:ext cx="718590" cy="692654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3" name="Group 8">
            <a:extLst>
              <a:ext uri="{FF2B5EF4-FFF2-40B4-BE49-F238E27FC236}">
                <a16:creationId xmlns:a16="http://schemas.microsoft.com/office/drawing/2014/main" id="{B955415C-6F3D-4DB0-B091-B67990185511}"/>
              </a:ext>
            </a:extLst>
          </p:cNvPr>
          <p:cNvGrpSpPr/>
          <p:nvPr/>
        </p:nvGrpSpPr>
        <p:grpSpPr>
          <a:xfrm>
            <a:off x="-4779" y="1252631"/>
            <a:ext cx="9144000" cy="5153739"/>
            <a:chOff x="-8856" y="829259"/>
            <a:chExt cx="9144000" cy="5153737"/>
          </a:xfrm>
        </p:grpSpPr>
        <p:pic>
          <p:nvPicPr>
            <p:cNvPr id="14" name="Picture 3" descr="Picture 3">
              <a:extLst>
                <a:ext uri="{FF2B5EF4-FFF2-40B4-BE49-F238E27FC236}">
                  <a16:creationId xmlns:a16="http://schemas.microsoft.com/office/drawing/2014/main" id="{4205FEF5-C3EF-455E-9DD3-3F310AD11D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5589" b="8196"/>
            <a:stretch>
              <a:fillRect/>
            </a:stretch>
          </p:blipFill>
          <p:spPr>
            <a:xfrm>
              <a:off x="-8856" y="1338994"/>
              <a:ext cx="9144000" cy="46440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" name="Title 5">
              <a:extLst>
                <a:ext uri="{FF2B5EF4-FFF2-40B4-BE49-F238E27FC236}">
                  <a16:creationId xmlns:a16="http://schemas.microsoft.com/office/drawing/2014/main" id="{0CE1EF76-73C2-482D-8A5A-8EA1A4BD3435}"/>
                </a:ext>
              </a:extLst>
            </p:cNvPr>
            <p:cNvSpPr txBox="1"/>
            <p:nvPr/>
          </p:nvSpPr>
          <p:spPr>
            <a:xfrm>
              <a:off x="507072" y="829259"/>
              <a:ext cx="8107363" cy="4643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/>
            <a:p>
              <a:pPr algn="ctr"/>
              <a:endParaRPr lang="en-US" sz="4000" dirty="0">
                <a:solidFill>
                  <a:schemeClr val="bg1"/>
                </a:solidFill>
              </a:endParaRPr>
            </a:p>
            <a:p>
              <a:pPr algn="ctr"/>
              <a:r>
                <a:rPr lang="vi-VN" sz="4000" dirty="0">
                  <a:solidFill>
                    <a:schemeClr val="bg1"/>
                  </a:solidFill>
                </a:rPr>
                <a:t> </a:t>
              </a:r>
              <a:r>
                <a:rPr lang="en-US" sz="4000" b="1" dirty="0">
                  <a:solidFill>
                    <a:schemeClr val="bg1"/>
                  </a:solidFill>
                </a:rPr>
                <a:t>TẬP HUẤN</a:t>
              </a:r>
              <a:endParaRPr lang="en-US" sz="4000" b="1" i="1" dirty="0">
                <a:solidFill>
                  <a:schemeClr val="bg1"/>
                </a:solidFill>
              </a:endParaRPr>
            </a:p>
            <a:p>
              <a:pPr algn="ctr"/>
              <a:r>
                <a:rPr lang="en-US" sz="4000" b="1" dirty="0">
                  <a:solidFill>
                    <a:schemeClr val="bg1"/>
                  </a:solidFill>
                </a:rPr>
                <a:t>P</a:t>
              </a:r>
              <a:r>
                <a:rPr lang="vi-VN" sz="4000" b="1" dirty="0">
                  <a:solidFill>
                    <a:schemeClr val="bg1"/>
                  </a:solidFill>
                </a:rPr>
                <a:t>hát thải khí nhà kính và thị trường giao dịch các-bon nội địa (ETS) </a:t>
              </a:r>
              <a:endParaRPr lang="en-US" sz="400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sz="2800" i="1" dirty="0">
                  <a:solidFill>
                    <a:schemeClr val="bg1"/>
                  </a:solidFill>
                </a:rPr>
                <a:t>Quảng Bình, 15-16 tháng 12 2022</a:t>
              </a:r>
              <a:endParaRPr sz="2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127892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267C0-0ED0-4845-BE52-2058B1ED2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09" y="339321"/>
            <a:ext cx="8430473" cy="1470028"/>
          </a:xfrm>
        </p:spPr>
        <p:txBody>
          <a:bodyPr/>
          <a:lstStyle/>
          <a:p>
            <a:pPr algn="ctr"/>
            <a:r>
              <a:rPr lang="en-US" dirty="0"/>
              <a:t>Thị tr</a:t>
            </a:r>
            <a:r>
              <a:rPr lang="vi-VN" dirty="0"/>
              <a:t>ư</a:t>
            </a:r>
            <a:r>
              <a:rPr lang="en-US" dirty="0" err="1"/>
              <a:t>ờng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bon từ rừng </a:t>
            </a:r>
            <a:br>
              <a:rPr lang="en-US" dirty="0"/>
            </a:br>
            <a:r>
              <a:rPr lang="en-US" sz="3200" b="0" i="1" dirty="0" err="1"/>
              <a:t>Dự</a:t>
            </a:r>
            <a:r>
              <a:rPr lang="en-US" sz="3200" b="0" i="1" dirty="0"/>
              <a:t> </a:t>
            </a:r>
            <a:r>
              <a:rPr lang="en-US" sz="3200" b="0" i="1" dirty="0" err="1"/>
              <a:t>thảo</a:t>
            </a:r>
            <a:r>
              <a:rPr lang="en-US" sz="3200" b="0" i="1" dirty="0"/>
              <a:t> NĐ 156</a:t>
            </a:r>
            <a:endParaRPr lang="en-US" b="0" i="1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DEE5A50-E904-486E-A4C3-18372A6133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2002425"/>
              </p:ext>
            </p:extLst>
          </p:nvPr>
        </p:nvGraphicFramePr>
        <p:xfrm>
          <a:off x="1" y="873304"/>
          <a:ext cx="9020710" cy="5984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492161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7445AF-052C-45F4-A56D-D29E731AF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677" y="0"/>
            <a:ext cx="52766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92519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CDE698A7-A819-456A-9036-441E8D203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677" y="0"/>
            <a:ext cx="52766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07003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blank">
  <a:themeElements>
    <a:clrScheme name="blan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338D"/>
      </a:accent1>
      <a:accent2>
        <a:srgbClr val="7BBBB2"/>
      </a:accent2>
      <a:accent3>
        <a:srgbClr val="00985F"/>
      </a:accent3>
      <a:accent4>
        <a:srgbClr val="009FDA"/>
      </a:accent4>
      <a:accent5>
        <a:srgbClr val="E00034"/>
      </a:accent5>
      <a:accent6>
        <a:srgbClr val="9C5FB5"/>
      </a:accent6>
      <a:hlink>
        <a:srgbClr val="0000FF"/>
      </a:hlink>
      <a:folHlink>
        <a:srgbClr val="FF00FF"/>
      </a:folHlink>
    </a:clrScheme>
    <a:fontScheme name="blank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blan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lank">
  <a:themeElements>
    <a:clrScheme name="blan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338D"/>
      </a:accent1>
      <a:accent2>
        <a:srgbClr val="7BBBB2"/>
      </a:accent2>
      <a:accent3>
        <a:srgbClr val="00985F"/>
      </a:accent3>
      <a:accent4>
        <a:srgbClr val="009FDA"/>
      </a:accent4>
      <a:accent5>
        <a:srgbClr val="E00034"/>
      </a:accent5>
      <a:accent6>
        <a:srgbClr val="9C5FB5"/>
      </a:accent6>
      <a:hlink>
        <a:srgbClr val="0000FF"/>
      </a:hlink>
      <a:folHlink>
        <a:srgbClr val="FF00FF"/>
      </a:folHlink>
    </a:clrScheme>
    <a:fontScheme name="blank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blan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22142</TotalTime>
  <Words>122</Words>
  <Application>Microsoft Office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blank</vt:lpstr>
      <vt:lpstr>PowerPoint Presentation</vt:lpstr>
      <vt:lpstr>Thị trường các bon từ rừng  Dự thảo NĐ 156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 Margolis</dc:creator>
  <cp:lastModifiedBy>Nga Dang (PFES)</cp:lastModifiedBy>
  <cp:revision>88</cp:revision>
  <dcterms:modified xsi:type="dcterms:W3CDTF">2022-12-13T14:34:47Z</dcterms:modified>
</cp:coreProperties>
</file>